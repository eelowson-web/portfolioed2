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4B5D84-B640-4D8E-B67D-06FB6EA2677E}" v="6" dt="2026-05-09T23:44:41.1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00" autoAdjust="0"/>
    <p:restoredTop sz="94660"/>
  </p:normalViewPr>
  <p:slideViewPr>
    <p:cSldViewPr snapToGrid="0">
      <p:cViewPr varScale="1">
        <p:scale>
          <a:sx n="71" d="100"/>
          <a:sy n="71" d="100"/>
        </p:scale>
        <p:origin x="72" y="6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 Elowson" userId="e02f2ad9-260d-48b9-ae49-41519fd3a61b" providerId="ADAL" clId="{23F062E9-8A7E-4154-82CB-2E761C864A24}"/>
    <pc:docChg chg="custSel addSld modSld">
      <pc:chgData name="Ed Elowson" userId="e02f2ad9-260d-48b9-ae49-41519fd3a61b" providerId="ADAL" clId="{23F062E9-8A7E-4154-82CB-2E761C864A24}" dt="2026-05-09T23:44:58.153" v="194" actId="14100"/>
      <pc:docMkLst>
        <pc:docMk/>
      </pc:docMkLst>
      <pc:sldChg chg="addSp modSp mod setBg">
        <pc:chgData name="Ed Elowson" userId="e02f2ad9-260d-48b9-ae49-41519fd3a61b" providerId="ADAL" clId="{23F062E9-8A7E-4154-82CB-2E761C864A24}" dt="2026-05-09T23:04:29.237" v="69" actId="26606"/>
        <pc:sldMkLst>
          <pc:docMk/>
          <pc:sldMk cId="1977945681" sldId="256"/>
        </pc:sldMkLst>
        <pc:spChg chg="mod">
          <ac:chgData name="Ed Elowson" userId="e02f2ad9-260d-48b9-ae49-41519fd3a61b" providerId="ADAL" clId="{23F062E9-8A7E-4154-82CB-2E761C864A24}" dt="2026-05-09T23:04:29.237" v="69" actId="26606"/>
          <ac:spMkLst>
            <pc:docMk/>
            <pc:sldMk cId="1977945681" sldId="256"/>
            <ac:spMk id="2" creationId="{01743071-E429-0ACD-4211-0FE1844C5348}"/>
          </ac:spMkLst>
        </pc:spChg>
        <pc:spChg chg="mod">
          <ac:chgData name="Ed Elowson" userId="e02f2ad9-260d-48b9-ae49-41519fd3a61b" providerId="ADAL" clId="{23F062E9-8A7E-4154-82CB-2E761C864A24}" dt="2026-05-09T23:04:29.237" v="69" actId="26606"/>
          <ac:spMkLst>
            <pc:docMk/>
            <pc:sldMk cId="1977945681" sldId="256"/>
            <ac:spMk id="3" creationId="{2063EF66-FE25-DC22-0BA3-E2DBE40E616D}"/>
          </ac:spMkLst>
        </pc:spChg>
        <pc:spChg chg="add">
          <ac:chgData name="Ed Elowson" userId="e02f2ad9-260d-48b9-ae49-41519fd3a61b" providerId="ADAL" clId="{23F062E9-8A7E-4154-82CB-2E761C864A24}" dt="2026-05-09T23:04:29.237" v="69" actId="26606"/>
          <ac:spMkLst>
            <pc:docMk/>
            <pc:sldMk cId="1977945681" sldId="256"/>
            <ac:spMk id="8" creationId="{D278ADA9-6383-4BDD-80D2-8899A402687B}"/>
          </ac:spMkLst>
        </pc:spChg>
        <pc:spChg chg="add">
          <ac:chgData name="Ed Elowson" userId="e02f2ad9-260d-48b9-ae49-41519fd3a61b" providerId="ADAL" clId="{23F062E9-8A7E-4154-82CB-2E761C864A24}" dt="2026-05-09T23:04:29.237" v="69" actId="26606"/>
          <ac:spMkLst>
            <pc:docMk/>
            <pc:sldMk cId="1977945681" sldId="256"/>
            <ac:spMk id="10" creationId="{484B7147-B0F6-40ED-B5A2-FF72BC8198B6}"/>
          </ac:spMkLst>
        </pc:spChg>
        <pc:spChg chg="add">
          <ac:chgData name="Ed Elowson" userId="e02f2ad9-260d-48b9-ae49-41519fd3a61b" providerId="ADAL" clId="{23F062E9-8A7E-4154-82CB-2E761C864A24}" dt="2026-05-09T23:04:29.237" v="69" actId="26606"/>
          <ac:spMkLst>
            <pc:docMk/>
            <pc:sldMk cId="1977945681" sldId="256"/>
            <ac:spMk id="12" creationId="{B36D2DE0-0628-4A9A-A59D-7BA8B5EB3022}"/>
          </ac:spMkLst>
        </pc:spChg>
        <pc:spChg chg="add">
          <ac:chgData name="Ed Elowson" userId="e02f2ad9-260d-48b9-ae49-41519fd3a61b" providerId="ADAL" clId="{23F062E9-8A7E-4154-82CB-2E761C864A24}" dt="2026-05-09T23:04:29.237" v="69" actId="26606"/>
          <ac:spMkLst>
            <pc:docMk/>
            <pc:sldMk cId="1977945681" sldId="256"/>
            <ac:spMk id="14" creationId="{48E405C9-94BE-41DA-928C-DEC9A8550E9F}"/>
          </ac:spMkLst>
        </pc:spChg>
        <pc:spChg chg="add">
          <ac:chgData name="Ed Elowson" userId="e02f2ad9-260d-48b9-ae49-41519fd3a61b" providerId="ADAL" clId="{23F062E9-8A7E-4154-82CB-2E761C864A24}" dt="2026-05-09T23:04:29.237" v="69" actId="26606"/>
          <ac:spMkLst>
            <pc:docMk/>
            <pc:sldMk cId="1977945681" sldId="256"/>
            <ac:spMk id="16" creationId="{D2091A72-D5BB-42AC-8FD3-F7747D90861E}"/>
          </ac:spMkLst>
        </pc:spChg>
        <pc:spChg chg="add">
          <ac:chgData name="Ed Elowson" userId="e02f2ad9-260d-48b9-ae49-41519fd3a61b" providerId="ADAL" clId="{23F062E9-8A7E-4154-82CB-2E761C864A24}" dt="2026-05-09T23:04:29.237" v="69" actId="26606"/>
          <ac:spMkLst>
            <pc:docMk/>
            <pc:sldMk cId="1977945681" sldId="256"/>
            <ac:spMk id="18" creationId="{6ED12BFC-A737-46AF-8411-481112D54B0C}"/>
          </ac:spMkLst>
        </pc:spChg>
      </pc:sldChg>
      <pc:sldChg chg="addSp modSp new mod setBg addAnim">
        <pc:chgData name="Ed Elowson" userId="e02f2ad9-260d-48b9-ae49-41519fd3a61b" providerId="ADAL" clId="{23F062E9-8A7E-4154-82CB-2E761C864A24}" dt="2026-05-09T23:04:32.475" v="71"/>
        <pc:sldMkLst>
          <pc:docMk/>
          <pc:sldMk cId="1466747717" sldId="257"/>
        </pc:sldMkLst>
        <pc:spChg chg="mod">
          <ac:chgData name="Ed Elowson" userId="e02f2ad9-260d-48b9-ae49-41519fd3a61b" providerId="ADAL" clId="{23F062E9-8A7E-4154-82CB-2E761C864A24}" dt="2026-05-09T23:04:32.475" v="70" actId="26606"/>
          <ac:spMkLst>
            <pc:docMk/>
            <pc:sldMk cId="1466747717" sldId="257"/>
            <ac:spMk id="2" creationId="{9B14280C-F1DB-D973-9471-0270D926A7C6}"/>
          </ac:spMkLst>
        </pc:spChg>
        <pc:spChg chg="mod">
          <ac:chgData name="Ed Elowson" userId="e02f2ad9-260d-48b9-ae49-41519fd3a61b" providerId="ADAL" clId="{23F062E9-8A7E-4154-82CB-2E761C864A24}" dt="2026-05-09T23:04:32.475" v="70" actId="26606"/>
          <ac:spMkLst>
            <pc:docMk/>
            <pc:sldMk cId="1466747717" sldId="257"/>
            <ac:spMk id="3" creationId="{F910BAE4-FC6A-A31D-2D2A-1B077DA969EB}"/>
          </ac:spMkLst>
        </pc:spChg>
        <pc:spChg chg="add">
          <ac:chgData name="Ed Elowson" userId="e02f2ad9-260d-48b9-ae49-41519fd3a61b" providerId="ADAL" clId="{23F062E9-8A7E-4154-82CB-2E761C864A24}" dt="2026-05-09T23:04:32.475" v="70" actId="26606"/>
          <ac:spMkLst>
            <pc:docMk/>
            <pc:sldMk cId="1466747717" sldId="257"/>
            <ac:spMk id="8" creationId="{D278ADA9-6383-4BDD-80D2-8899A402687B}"/>
          </ac:spMkLst>
        </pc:spChg>
        <pc:spChg chg="add">
          <ac:chgData name="Ed Elowson" userId="e02f2ad9-260d-48b9-ae49-41519fd3a61b" providerId="ADAL" clId="{23F062E9-8A7E-4154-82CB-2E761C864A24}" dt="2026-05-09T23:04:32.475" v="70" actId="26606"/>
          <ac:spMkLst>
            <pc:docMk/>
            <pc:sldMk cId="1466747717" sldId="257"/>
            <ac:spMk id="10" creationId="{484B7147-B0F6-40ED-B5A2-FF72BC8198B6}"/>
          </ac:spMkLst>
        </pc:spChg>
        <pc:spChg chg="add">
          <ac:chgData name="Ed Elowson" userId="e02f2ad9-260d-48b9-ae49-41519fd3a61b" providerId="ADAL" clId="{23F062E9-8A7E-4154-82CB-2E761C864A24}" dt="2026-05-09T23:04:32.475" v="70" actId="26606"/>
          <ac:spMkLst>
            <pc:docMk/>
            <pc:sldMk cId="1466747717" sldId="257"/>
            <ac:spMk id="12" creationId="{B36D2DE0-0628-4A9A-A59D-7BA8B5EB3022}"/>
          </ac:spMkLst>
        </pc:spChg>
        <pc:spChg chg="add">
          <ac:chgData name="Ed Elowson" userId="e02f2ad9-260d-48b9-ae49-41519fd3a61b" providerId="ADAL" clId="{23F062E9-8A7E-4154-82CB-2E761C864A24}" dt="2026-05-09T23:04:32.475" v="70" actId="26606"/>
          <ac:spMkLst>
            <pc:docMk/>
            <pc:sldMk cId="1466747717" sldId="257"/>
            <ac:spMk id="14" creationId="{48E405C9-94BE-41DA-928C-DEC9A8550E9F}"/>
          </ac:spMkLst>
        </pc:spChg>
        <pc:spChg chg="add">
          <ac:chgData name="Ed Elowson" userId="e02f2ad9-260d-48b9-ae49-41519fd3a61b" providerId="ADAL" clId="{23F062E9-8A7E-4154-82CB-2E761C864A24}" dt="2026-05-09T23:04:32.475" v="70" actId="26606"/>
          <ac:spMkLst>
            <pc:docMk/>
            <pc:sldMk cId="1466747717" sldId="257"/>
            <ac:spMk id="16" creationId="{D2091A72-D5BB-42AC-8FD3-F7747D90861E}"/>
          </ac:spMkLst>
        </pc:spChg>
        <pc:spChg chg="add">
          <ac:chgData name="Ed Elowson" userId="e02f2ad9-260d-48b9-ae49-41519fd3a61b" providerId="ADAL" clId="{23F062E9-8A7E-4154-82CB-2E761C864A24}" dt="2026-05-09T23:04:32.475" v="70" actId="26606"/>
          <ac:spMkLst>
            <pc:docMk/>
            <pc:sldMk cId="1466747717" sldId="257"/>
            <ac:spMk id="18" creationId="{6ED12BFC-A737-46AF-8411-481112D54B0C}"/>
          </ac:spMkLst>
        </pc:spChg>
      </pc:sldChg>
      <pc:sldChg chg="addSp delSp modSp add mod setBg">
        <pc:chgData name="Ed Elowson" userId="e02f2ad9-260d-48b9-ae49-41519fd3a61b" providerId="ADAL" clId="{23F062E9-8A7E-4154-82CB-2E761C864A24}" dt="2026-05-09T23:04:36.737" v="72" actId="26606"/>
        <pc:sldMkLst>
          <pc:docMk/>
          <pc:sldMk cId="516400748" sldId="258"/>
        </pc:sldMkLst>
        <pc:spChg chg="mod ord">
          <ac:chgData name="Ed Elowson" userId="e02f2ad9-260d-48b9-ae49-41519fd3a61b" providerId="ADAL" clId="{23F062E9-8A7E-4154-82CB-2E761C864A24}" dt="2026-05-09T23:04:36.737" v="72" actId="26606"/>
          <ac:spMkLst>
            <pc:docMk/>
            <pc:sldMk cId="516400748" sldId="258"/>
            <ac:spMk id="2" creationId="{4E9B41C2-B9C9-0E25-F4D1-C6D75F9764C2}"/>
          </ac:spMkLst>
        </pc:spChg>
        <pc:spChg chg="del">
          <ac:chgData name="Ed Elowson" userId="e02f2ad9-260d-48b9-ae49-41519fd3a61b" providerId="ADAL" clId="{23F062E9-8A7E-4154-82CB-2E761C864A24}" dt="2026-05-09T23:04:18.056" v="68" actId="22"/>
          <ac:spMkLst>
            <pc:docMk/>
            <pc:sldMk cId="516400748" sldId="258"/>
            <ac:spMk id="3" creationId="{0E453E9F-FB10-0491-6919-377CAF3219F4}"/>
          </ac:spMkLst>
        </pc:spChg>
        <pc:spChg chg="add">
          <ac:chgData name="Ed Elowson" userId="e02f2ad9-260d-48b9-ae49-41519fd3a61b" providerId="ADAL" clId="{23F062E9-8A7E-4154-82CB-2E761C864A24}" dt="2026-05-09T23:04:36.737" v="72" actId="26606"/>
          <ac:spMkLst>
            <pc:docMk/>
            <pc:sldMk cId="516400748" sldId="258"/>
            <ac:spMk id="10" creationId="{C7D023E4-8DE1-436E-9847-ED6A4B4B04FD}"/>
          </ac:spMkLst>
        </pc:spChg>
        <pc:spChg chg="add">
          <ac:chgData name="Ed Elowson" userId="e02f2ad9-260d-48b9-ae49-41519fd3a61b" providerId="ADAL" clId="{23F062E9-8A7E-4154-82CB-2E761C864A24}" dt="2026-05-09T23:04:36.737" v="72" actId="26606"/>
          <ac:spMkLst>
            <pc:docMk/>
            <pc:sldMk cId="516400748" sldId="258"/>
            <ac:spMk id="12" creationId="{8B2B1708-8CE4-4A20-94F5-55118AE2CBD7}"/>
          </ac:spMkLst>
        </pc:spChg>
        <pc:spChg chg="add">
          <ac:chgData name="Ed Elowson" userId="e02f2ad9-260d-48b9-ae49-41519fd3a61b" providerId="ADAL" clId="{23F062E9-8A7E-4154-82CB-2E761C864A24}" dt="2026-05-09T23:04:36.737" v="72" actId="26606"/>
          <ac:spMkLst>
            <pc:docMk/>
            <pc:sldMk cId="516400748" sldId="258"/>
            <ac:spMk id="18" creationId="{C58F402F-FDB5-409B-8818-B6FCE06E577C}"/>
          </ac:spMkLst>
        </pc:spChg>
        <pc:grpChg chg="add">
          <ac:chgData name="Ed Elowson" userId="e02f2ad9-260d-48b9-ae49-41519fd3a61b" providerId="ADAL" clId="{23F062E9-8A7E-4154-82CB-2E761C864A24}" dt="2026-05-09T23:04:36.737" v="72" actId="26606"/>
          <ac:grpSpMkLst>
            <pc:docMk/>
            <pc:sldMk cId="516400748" sldId="258"/>
            <ac:grpSpMk id="14" creationId="{5D095D3E-C464-41D5-87FA-07742698A722}"/>
          </ac:grpSpMkLst>
        </pc:grpChg>
        <pc:grpChg chg="add">
          <ac:chgData name="Ed Elowson" userId="e02f2ad9-260d-48b9-ae49-41519fd3a61b" providerId="ADAL" clId="{23F062E9-8A7E-4154-82CB-2E761C864A24}" dt="2026-05-09T23:04:36.737" v="72" actId="26606"/>
          <ac:grpSpMkLst>
            <pc:docMk/>
            <pc:sldMk cId="516400748" sldId="258"/>
            <ac:grpSpMk id="20" creationId="{E27AF472-EAE3-4572-AB69-B92BD10DBC6D}"/>
          </ac:grpSpMkLst>
        </pc:grpChg>
        <pc:picChg chg="add mod ord">
          <ac:chgData name="Ed Elowson" userId="e02f2ad9-260d-48b9-ae49-41519fd3a61b" providerId="ADAL" clId="{23F062E9-8A7E-4154-82CB-2E761C864A24}" dt="2026-05-09T23:04:36.737" v="72" actId="26606"/>
          <ac:picMkLst>
            <pc:docMk/>
            <pc:sldMk cId="516400748" sldId="258"/>
            <ac:picMk id="5" creationId="{F4E8721B-836E-314B-9D8E-E7B0B3F2F490}"/>
          </ac:picMkLst>
        </pc:picChg>
      </pc:sldChg>
      <pc:sldChg chg="addSp modSp add mod setBg">
        <pc:chgData name="Ed Elowson" userId="e02f2ad9-260d-48b9-ae49-41519fd3a61b" providerId="ADAL" clId="{23F062E9-8A7E-4154-82CB-2E761C864A24}" dt="2026-05-09T23:05:38.952" v="182" actId="26606"/>
        <pc:sldMkLst>
          <pc:docMk/>
          <pc:sldMk cId="1089259259" sldId="259"/>
        </pc:sldMkLst>
        <pc:spChg chg="mod">
          <ac:chgData name="Ed Elowson" userId="e02f2ad9-260d-48b9-ae49-41519fd3a61b" providerId="ADAL" clId="{23F062E9-8A7E-4154-82CB-2E761C864A24}" dt="2026-05-09T23:05:38.952" v="182" actId="26606"/>
          <ac:spMkLst>
            <pc:docMk/>
            <pc:sldMk cId="1089259259" sldId="259"/>
            <ac:spMk id="2" creationId="{2C1A80F7-1C6A-26ED-8145-8691B0C7257E}"/>
          </ac:spMkLst>
        </pc:spChg>
        <pc:spChg chg="mod">
          <ac:chgData name="Ed Elowson" userId="e02f2ad9-260d-48b9-ae49-41519fd3a61b" providerId="ADAL" clId="{23F062E9-8A7E-4154-82CB-2E761C864A24}" dt="2026-05-09T23:05:38.952" v="182" actId="26606"/>
          <ac:spMkLst>
            <pc:docMk/>
            <pc:sldMk cId="1089259259" sldId="259"/>
            <ac:spMk id="3" creationId="{1504A20E-3462-1588-945F-189B9FF6B0EB}"/>
          </ac:spMkLst>
        </pc:spChg>
        <pc:spChg chg="add">
          <ac:chgData name="Ed Elowson" userId="e02f2ad9-260d-48b9-ae49-41519fd3a61b" providerId="ADAL" clId="{23F062E9-8A7E-4154-82CB-2E761C864A24}" dt="2026-05-09T23:05:38.952" v="182" actId="26606"/>
          <ac:spMkLst>
            <pc:docMk/>
            <pc:sldMk cId="1089259259" sldId="259"/>
            <ac:spMk id="8" creationId="{907EF6B7-1338-4443-8C46-6A318D952DFD}"/>
          </ac:spMkLst>
        </pc:spChg>
        <pc:spChg chg="add">
          <ac:chgData name="Ed Elowson" userId="e02f2ad9-260d-48b9-ae49-41519fd3a61b" providerId="ADAL" clId="{23F062E9-8A7E-4154-82CB-2E761C864A24}" dt="2026-05-09T23:05:38.952" v="182" actId="26606"/>
          <ac:spMkLst>
            <pc:docMk/>
            <pc:sldMk cId="1089259259" sldId="259"/>
            <ac:spMk id="10" creationId="{DAAE4CDD-124C-4DCF-9584-B6033B545DD5}"/>
          </ac:spMkLst>
        </pc:spChg>
        <pc:spChg chg="add">
          <ac:chgData name="Ed Elowson" userId="e02f2ad9-260d-48b9-ae49-41519fd3a61b" providerId="ADAL" clId="{23F062E9-8A7E-4154-82CB-2E761C864A24}" dt="2026-05-09T23:05:38.952" v="182" actId="26606"/>
          <ac:spMkLst>
            <pc:docMk/>
            <pc:sldMk cId="1089259259" sldId="259"/>
            <ac:spMk id="12" creationId="{081E4A58-353D-44AE-B2FC-2A74E2E400F7}"/>
          </ac:spMkLst>
        </pc:spChg>
      </pc:sldChg>
      <pc:sldChg chg="addSp modSp add mod setBg">
        <pc:chgData name="Ed Elowson" userId="e02f2ad9-260d-48b9-ae49-41519fd3a61b" providerId="ADAL" clId="{23F062E9-8A7E-4154-82CB-2E761C864A24}" dt="2026-05-09T23:05:56.437" v="185" actId="26606"/>
        <pc:sldMkLst>
          <pc:docMk/>
          <pc:sldMk cId="3522650324" sldId="260"/>
        </pc:sldMkLst>
        <pc:spChg chg="mod">
          <ac:chgData name="Ed Elowson" userId="e02f2ad9-260d-48b9-ae49-41519fd3a61b" providerId="ADAL" clId="{23F062E9-8A7E-4154-82CB-2E761C864A24}" dt="2026-05-09T23:05:56.437" v="185" actId="26606"/>
          <ac:spMkLst>
            <pc:docMk/>
            <pc:sldMk cId="3522650324" sldId="260"/>
            <ac:spMk id="2" creationId="{C717D1E0-0C23-DB2D-B71B-F2516C71D14A}"/>
          </ac:spMkLst>
        </pc:spChg>
        <pc:spChg chg="mod">
          <ac:chgData name="Ed Elowson" userId="e02f2ad9-260d-48b9-ae49-41519fd3a61b" providerId="ADAL" clId="{23F062E9-8A7E-4154-82CB-2E761C864A24}" dt="2026-05-09T23:05:56.437" v="185" actId="26606"/>
          <ac:spMkLst>
            <pc:docMk/>
            <pc:sldMk cId="3522650324" sldId="260"/>
            <ac:spMk id="3" creationId="{58A7B1BF-3CEE-7B71-D4DD-CC9DC21C9A57}"/>
          </ac:spMkLst>
        </pc:spChg>
        <pc:spChg chg="add">
          <ac:chgData name="Ed Elowson" userId="e02f2ad9-260d-48b9-ae49-41519fd3a61b" providerId="ADAL" clId="{23F062E9-8A7E-4154-82CB-2E761C864A24}" dt="2026-05-09T23:05:56.437" v="185" actId="26606"/>
          <ac:spMkLst>
            <pc:docMk/>
            <pc:sldMk cId="3522650324" sldId="260"/>
            <ac:spMk id="8" creationId="{907EF6B7-1338-4443-8C46-6A318D952DFD}"/>
          </ac:spMkLst>
        </pc:spChg>
        <pc:spChg chg="add">
          <ac:chgData name="Ed Elowson" userId="e02f2ad9-260d-48b9-ae49-41519fd3a61b" providerId="ADAL" clId="{23F062E9-8A7E-4154-82CB-2E761C864A24}" dt="2026-05-09T23:05:56.437" v="185" actId="26606"/>
          <ac:spMkLst>
            <pc:docMk/>
            <pc:sldMk cId="3522650324" sldId="260"/>
            <ac:spMk id="10" creationId="{DAAE4CDD-124C-4DCF-9584-B6033B545DD5}"/>
          </ac:spMkLst>
        </pc:spChg>
        <pc:spChg chg="add">
          <ac:chgData name="Ed Elowson" userId="e02f2ad9-260d-48b9-ae49-41519fd3a61b" providerId="ADAL" clId="{23F062E9-8A7E-4154-82CB-2E761C864A24}" dt="2026-05-09T23:05:56.437" v="185" actId="26606"/>
          <ac:spMkLst>
            <pc:docMk/>
            <pc:sldMk cId="3522650324" sldId="260"/>
            <ac:spMk id="12" creationId="{081E4A58-353D-44AE-B2FC-2A74E2E400F7}"/>
          </ac:spMkLst>
        </pc:spChg>
      </pc:sldChg>
      <pc:sldChg chg="addSp modSp add mod setBg">
        <pc:chgData name="Ed Elowson" userId="e02f2ad9-260d-48b9-ae49-41519fd3a61b" providerId="ADAL" clId="{23F062E9-8A7E-4154-82CB-2E761C864A24}" dt="2026-05-09T23:06:19.287" v="188" actId="26606"/>
        <pc:sldMkLst>
          <pc:docMk/>
          <pc:sldMk cId="913165799" sldId="261"/>
        </pc:sldMkLst>
        <pc:spChg chg="mod">
          <ac:chgData name="Ed Elowson" userId="e02f2ad9-260d-48b9-ae49-41519fd3a61b" providerId="ADAL" clId="{23F062E9-8A7E-4154-82CB-2E761C864A24}" dt="2026-05-09T23:06:19.287" v="188" actId="26606"/>
          <ac:spMkLst>
            <pc:docMk/>
            <pc:sldMk cId="913165799" sldId="261"/>
            <ac:spMk id="2" creationId="{C06B577E-589B-11D6-D6D3-6EB98B202ED6}"/>
          </ac:spMkLst>
        </pc:spChg>
        <pc:spChg chg="mod">
          <ac:chgData name="Ed Elowson" userId="e02f2ad9-260d-48b9-ae49-41519fd3a61b" providerId="ADAL" clId="{23F062E9-8A7E-4154-82CB-2E761C864A24}" dt="2026-05-09T23:06:19.287" v="188" actId="26606"/>
          <ac:spMkLst>
            <pc:docMk/>
            <pc:sldMk cId="913165799" sldId="261"/>
            <ac:spMk id="3" creationId="{B5DEC8D3-5814-F582-016A-6A1EC220C160}"/>
          </ac:spMkLst>
        </pc:spChg>
        <pc:spChg chg="add">
          <ac:chgData name="Ed Elowson" userId="e02f2ad9-260d-48b9-ae49-41519fd3a61b" providerId="ADAL" clId="{23F062E9-8A7E-4154-82CB-2E761C864A24}" dt="2026-05-09T23:06:19.287" v="188" actId="26606"/>
          <ac:spMkLst>
            <pc:docMk/>
            <pc:sldMk cId="913165799" sldId="261"/>
            <ac:spMk id="8" creationId="{907EF6B7-1338-4443-8C46-6A318D952DFD}"/>
          </ac:spMkLst>
        </pc:spChg>
        <pc:spChg chg="add">
          <ac:chgData name="Ed Elowson" userId="e02f2ad9-260d-48b9-ae49-41519fd3a61b" providerId="ADAL" clId="{23F062E9-8A7E-4154-82CB-2E761C864A24}" dt="2026-05-09T23:06:19.287" v="188" actId="26606"/>
          <ac:spMkLst>
            <pc:docMk/>
            <pc:sldMk cId="913165799" sldId="261"/>
            <ac:spMk id="10" creationId="{DAAE4CDD-124C-4DCF-9584-B6033B545DD5}"/>
          </ac:spMkLst>
        </pc:spChg>
        <pc:spChg chg="add">
          <ac:chgData name="Ed Elowson" userId="e02f2ad9-260d-48b9-ae49-41519fd3a61b" providerId="ADAL" clId="{23F062E9-8A7E-4154-82CB-2E761C864A24}" dt="2026-05-09T23:06:19.287" v="188" actId="26606"/>
          <ac:spMkLst>
            <pc:docMk/>
            <pc:sldMk cId="913165799" sldId="261"/>
            <ac:spMk id="12" creationId="{081E4A58-353D-44AE-B2FC-2A74E2E400F7}"/>
          </ac:spMkLst>
        </pc:spChg>
      </pc:sldChg>
      <pc:sldChg chg="addSp delSp modSp add mod">
        <pc:chgData name="Ed Elowson" userId="e02f2ad9-260d-48b9-ae49-41519fd3a61b" providerId="ADAL" clId="{23F062E9-8A7E-4154-82CB-2E761C864A24}" dt="2026-05-09T23:44:58.153" v="194" actId="14100"/>
        <pc:sldMkLst>
          <pc:docMk/>
          <pc:sldMk cId="3565903541" sldId="262"/>
        </pc:sldMkLst>
        <pc:spChg chg="del">
          <ac:chgData name="Ed Elowson" userId="e02f2ad9-260d-48b9-ae49-41519fd3a61b" providerId="ADAL" clId="{23F062E9-8A7E-4154-82CB-2E761C864A24}" dt="2026-05-09T23:44:49.052" v="191" actId="478"/>
          <ac:spMkLst>
            <pc:docMk/>
            <pc:sldMk cId="3565903541" sldId="262"/>
            <ac:spMk id="2" creationId="{374FC40E-EDFF-D61E-D187-30EBB536DA1F}"/>
          </ac:spMkLst>
        </pc:spChg>
        <pc:spChg chg="del">
          <ac:chgData name="Ed Elowson" userId="e02f2ad9-260d-48b9-ae49-41519fd3a61b" providerId="ADAL" clId="{23F062E9-8A7E-4154-82CB-2E761C864A24}" dt="2026-05-09T23:44:41.173" v="189" actId="931"/>
          <ac:spMkLst>
            <pc:docMk/>
            <pc:sldMk cId="3565903541" sldId="262"/>
            <ac:spMk id="3" creationId="{5202D5DA-159C-8733-AEA7-4A43AD7D4204}"/>
          </ac:spMkLst>
        </pc:spChg>
        <pc:picChg chg="add mod">
          <ac:chgData name="Ed Elowson" userId="e02f2ad9-260d-48b9-ae49-41519fd3a61b" providerId="ADAL" clId="{23F062E9-8A7E-4154-82CB-2E761C864A24}" dt="2026-05-09T23:44:58.153" v="194" actId="14100"/>
          <ac:picMkLst>
            <pc:docMk/>
            <pc:sldMk cId="3565903541" sldId="262"/>
            <ac:picMk id="5" creationId="{AEBB96D9-8EEA-A3FF-728F-536073218E2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15D12-A5B5-1268-0A13-EDDE613DF6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E1E849-3E76-DDDA-8568-0D21EDB356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9FFAFC-43CF-BD34-F120-0598D9BC3F87}"/>
              </a:ext>
            </a:extLst>
          </p:cNvPr>
          <p:cNvSpPr>
            <a:spLocks noGrp="1"/>
          </p:cNvSpPr>
          <p:nvPr>
            <p:ph type="dt" sz="half" idx="10"/>
          </p:nvPr>
        </p:nvSpPr>
        <p:spPr/>
        <p:txBody>
          <a:bodyPr/>
          <a:lstStyle/>
          <a:p>
            <a:fld id="{E60F8F39-9506-472F-A480-ED0D17C7D1E8}" type="datetimeFigureOut">
              <a:rPr lang="en-US" smtClean="0"/>
              <a:t>5/9/2026</a:t>
            </a:fld>
            <a:endParaRPr lang="en-US"/>
          </a:p>
        </p:txBody>
      </p:sp>
      <p:sp>
        <p:nvSpPr>
          <p:cNvPr id="5" name="Footer Placeholder 4">
            <a:extLst>
              <a:ext uri="{FF2B5EF4-FFF2-40B4-BE49-F238E27FC236}">
                <a16:creationId xmlns:a16="http://schemas.microsoft.com/office/drawing/2014/main" id="{9C9115AA-C403-4D51-73A2-616858794B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69C00-00B9-1322-A4A5-0CD5704A4FCC}"/>
              </a:ext>
            </a:extLst>
          </p:cNvPr>
          <p:cNvSpPr>
            <a:spLocks noGrp="1"/>
          </p:cNvSpPr>
          <p:nvPr>
            <p:ph type="sldNum" sz="quarter" idx="12"/>
          </p:nvPr>
        </p:nvSpPr>
        <p:spPr/>
        <p:txBody>
          <a:bodyPr/>
          <a:lstStyle/>
          <a:p>
            <a:fld id="{FF649E1A-28F8-4C75-8D6E-6BE57EAB2714}" type="slidenum">
              <a:rPr lang="en-US" smtClean="0"/>
              <a:t>‹#›</a:t>
            </a:fld>
            <a:endParaRPr lang="en-US"/>
          </a:p>
        </p:txBody>
      </p:sp>
    </p:spTree>
    <p:extLst>
      <p:ext uri="{BB962C8B-B14F-4D97-AF65-F5344CB8AC3E}">
        <p14:creationId xmlns:p14="http://schemas.microsoft.com/office/powerpoint/2010/main" val="698659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36001-1816-5B2B-CC88-82BD732F3A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0C89AF-AB55-FC59-B1D1-FDD29909B7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5E7DFD-238F-91E5-5A64-F01E9C40FC9B}"/>
              </a:ext>
            </a:extLst>
          </p:cNvPr>
          <p:cNvSpPr>
            <a:spLocks noGrp="1"/>
          </p:cNvSpPr>
          <p:nvPr>
            <p:ph type="dt" sz="half" idx="10"/>
          </p:nvPr>
        </p:nvSpPr>
        <p:spPr/>
        <p:txBody>
          <a:bodyPr/>
          <a:lstStyle/>
          <a:p>
            <a:fld id="{E60F8F39-9506-472F-A480-ED0D17C7D1E8}" type="datetimeFigureOut">
              <a:rPr lang="en-US" smtClean="0"/>
              <a:t>5/9/2026</a:t>
            </a:fld>
            <a:endParaRPr lang="en-US"/>
          </a:p>
        </p:txBody>
      </p:sp>
      <p:sp>
        <p:nvSpPr>
          <p:cNvPr id="5" name="Footer Placeholder 4">
            <a:extLst>
              <a:ext uri="{FF2B5EF4-FFF2-40B4-BE49-F238E27FC236}">
                <a16:creationId xmlns:a16="http://schemas.microsoft.com/office/drawing/2014/main" id="{80BC2C1B-D2C0-36D3-F677-FA92AEFC08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A29874-4E67-333B-B99F-951A58F99F49}"/>
              </a:ext>
            </a:extLst>
          </p:cNvPr>
          <p:cNvSpPr>
            <a:spLocks noGrp="1"/>
          </p:cNvSpPr>
          <p:nvPr>
            <p:ph type="sldNum" sz="quarter" idx="12"/>
          </p:nvPr>
        </p:nvSpPr>
        <p:spPr/>
        <p:txBody>
          <a:bodyPr/>
          <a:lstStyle/>
          <a:p>
            <a:fld id="{FF649E1A-28F8-4C75-8D6E-6BE57EAB2714}" type="slidenum">
              <a:rPr lang="en-US" smtClean="0"/>
              <a:t>‹#›</a:t>
            </a:fld>
            <a:endParaRPr lang="en-US"/>
          </a:p>
        </p:txBody>
      </p:sp>
    </p:spTree>
    <p:extLst>
      <p:ext uri="{BB962C8B-B14F-4D97-AF65-F5344CB8AC3E}">
        <p14:creationId xmlns:p14="http://schemas.microsoft.com/office/powerpoint/2010/main" val="834414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67C1-6227-9958-883E-88A356CDE5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0C5B0D-9B54-134E-2218-9815BEBEEC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E74D3E-B647-77D4-62DF-B13D635D9850}"/>
              </a:ext>
            </a:extLst>
          </p:cNvPr>
          <p:cNvSpPr>
            <a:spLocks noGrp="1"/>
          </p:cNvSpPr>
          <p:nvPr>
            <p:ph type="dt" sz="half" idx="10"/>
          </p:nvPr>
        </p:nvSpPr>
        <p:spPr/>
        <p:txBody>
          <a:bodyPr/>
          <a:lstStyle/>
          <a:p>
            <a:fld id="{E60F8F39-9506-472F-A480-ED0D17C7D1E8}" type="datetimeFigureOut">
              <a:rPr lang="en-US" smtClean="0"/>
              <a:t>5/9/2026</a:t>
            </a:fld>
            <a:endParaRPr lang="en-US"/>
          </a:p>
        </p:txBody>
      </p:sp>
      <p:sp>
        <p:nvSpPr>
          <p:cNvPr id="5" name="Footer Placeholder 4">
            <a:extLst>
              <a:ext uri="{FF2B5EF4-FFF2-40B4-BE49-F238E27FC236}">
                <a16:creationId xmlns:a16="http://schemas.microsoft.com/office/drawing/2014/main" id="{60D530E1-E532-6FDD-393E-36E5095AFF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756CDB-AE2B-2BD1-BBA6-B5A46E1B1D8E}"/>
              </a:ext>
            </a:extLst>
          </p:cNvPr>
          <p:cNvSpPr>
            <a:spLocks noGrp="1"/>
          </p:cNvSpPr>
          <p:nvPr>
            <p:ph type="sldNum" sz="quarter" idx="12"/>
          </p:nvPr>
        </p:nvSpPr>
        <p:spPr/>
        <p:txBody>
          <a:bodyPr/>
          <a:lstStyle/>
          <a:p>
            <a:fld id="{FF649E1A-28F8-4C75-8D6E-6BE57EAB2714}" type="slidenum">
              <a:rPr lang="en-US" smtClean="0"/>
              <a:t>‹#›</a:t>
            </a:fld>
            <a:endParaRPr lang="en-US"/>
          </a:p>
        </p:txBody>
      </p:sp>
    </p:spTree>
    <p:extLst>
      <p:ext uri="{BB962C8B-B14F-4D97-AF65-F5344CB8AC3E}">
        <p14:creationId xmlns:p14="http://schemas.microsoft.com/office/powerpoint/2010/main" val="1861807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6B752-18E4-B85B-B464-2F699DE79D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4CCF17-002A-AD73-45FA-A3D4EEB231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D90DA3-BB57-EBB3-3D30-E7B565EA03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85A271-3FA8-265D-8A6B-A52836082764}"/>
              </a:ext>
            </a:extLst>
          </p:cNvPr>
          <p:cNvSpPr>
            <a:spLocks noGrp="1"/>
          </p:cNvSpPr>
          <p:nvPr>
            <p:ph type="dt" sz="half" idx="10"/>
          </p:nvPr>
        </p:nvSpPr>
        <p:spPr/>
        <p:txBody>
          <a:bodyPr/>
          <a:lstStyle/>
          <a:p>
            <a:fld id="{E60F8F39-9506-472F-A480-ED0D17C7D1E8}" type="datetimeFigureOut">
              <a:rPr lang="en-US" smtClean="0"/>
              <a:t>5/9/2026</a:t>
            </a:fld>
            <a:endParaRPr lang="en-US"/>
          </a:p>
        </p:txBody>
      </p:sp>
      <p:sp>
        <p:nvSpPr>
          <p:cNvPr id="6" name="Footer Placeholder 5">
            <a:extLst>
              <a:ext uri="{FF2B5EF4-FFF2-40B4-BE49-F238E27FC236}">
                <a16:creationId xmlns:a16="http://schemas.microsoft.com/office/drawing/2014/main" id="{8E03DF6F-8E9E-5E8C-9A3C-2A19E2EC16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0B96B2-643B-E6A6-6C8A-482AD3373E64}"/>
              </a:ext>
            </a:extLst>
          </p:cNvPr>
          <p:cNvSpPr>
            <a:spLocks noGrp="1"/>
          </p:cNvSpPr>
          <p:nvPr>
            <p:ph type="sldNum" sz="quarter" idx="12"/>
          </p:nvPr>
        </p:nvSpPr>
        <p:spPr/>
        <p:txBody>
          <a:bodyPr/>
          <a:lstStyle/>
          <a:p>
            <a:fld id="{FF649E1A-28F8-4C75-8D6E-6BE57EAB2714}" type="slidenum">
              <a:rPr lang="en-US" smtClean="0"/>
              <a:t>‹#›</a:t>
            </a:fld>
            <a:endParaRPr lang="en-US"/>
          </a:p>
        </p:txBody>
      </p:sp>
    </p:spTree>
    <p:extLst>
      <p:ext uri="{BB962C8B-B14F-4D97-AF65-F5344CB8AC3E}">
        <p14:creationId xmlns:p14="http://schemas.microsoft.com/office/powerpoint/2010/main" val="3146308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3CAA1-593B-D763-3EC0-E286010E2D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433789-556F-263A-3B18-74E9D50787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5F2375-8694-5EE1-B7D9-D834E69F28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31F3DC-F68E-B4AC-D6FB-491655F4C2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9FEC6C-724D-1FF2-A404-64081DEC6B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7AA93-E6D0-B864-ED4D-358079FE06ED}"/>
              </a:ext>
            </a:extLst>
          </p:cNvPr>
          <p:cNvSpPr>
            <a:spLocks noGrp="1"/>
          </p:cNvSpPr>
          <p:nvPr>
            <p:ph type="dt" sz="half" idx="10"/>
          </p:nvPr>
        </p:nvSpPr>
        <p:spPr/>
        <p:txBody>
          <a:bodyPr/>
          <a:lstStyle/>
          <a:p>
            <a:fld id="{E60F8F39-9506-472F-A480-ED0D17C7D1E8}" type="datetimeFigureOut">
              <a:rPr lang="en-US" smtClean="0"/>
              <a:t>5/9/2026</a:t>
            </a:fld>
            <a:endParaRPr lang="en-US"/>
          </a:p>
        </p:txBody>
      </p:sp>
      <p:sp>
        <p:nvSpPr>
          <p:cNvPr id="8" name="Footer Placeholder 7">
            <a:extLst>
              <a:ext uri="{FF2B5EF4-FFF2-40B4-BE49-F238E27FC236}">
                <a16:creationId xmlns:a16="http://schemas.microsoft.com/office/drawing/2014/main" id="{69676136-3904-8F44-4D54-7B6FF9FCF97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99CBC9-94E1-3271-5027-90BEBFBA36C9}"/>
              </a:ext>
            </a:extLst>
          </p:cNvPr>
          <p:cNvSpPr>
            <a:spLocks noGrp="1"/>
          </p:cNvSpPr>
          <p:nvPr>
            <p:ph type="sldNum" sz="quarter" idx="12"/>
          </p:nvPr>
        </p:nvSpPr>
        <p:spPr/>
        <p:txBody>
          <a:bodyPr/>
          <a:lstStyle/>
          <a:p>
            <a:fld id="{FF649E1A-28F8-4C75-8D6E-6BE57EAB2714}" type="slidenum">
              <a:rPr lang="en-US" smtClean="0"/>
              <a:t>‹#›</a:t>
            </a:fld>
            <a:endParaRPr lang="en-US"/>
          </a:p>
        </p:txBody>
      </p:sp>
    </p:spTree>
    <p:extLst>
      <p:ext uri="{BB962C8B-B14F-4D97-AF65-F5344CB8AC3E}">
        <p14:creationId xmlns:p14="http://schemas.microsoft.com/office/powerpoint/2010/main" val="3416733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DA2B3-DC3C-3302-841E-CE96620177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B6ECF2F-80A6-0A47-946F-FFEEB6C27201}"/>
              </a:ext>
            </a:extLst>
          </p:cNvPr>
          <p:cNvSpPr>
            <a:spLocks noGrp="1"/>
          </p:cNvSpPr>
          <p:nvPr>
            <p:ph type="dt" sz="half" idx="10"/>
          </p:nvPr>
        </p:nvSpPr>
        <p:spPr/>
        <p:txBody>
          <a:bodyPr/>
          <a:lstStyle/>
          <a:p>
            <a:fld id="{E60F8F39-9506-472F-A480-ED0D17C7D1E8}" type="datetimeFigureOut">
              <a:rPr lang="en-US" smtClean="0"/>
              <a:t>5/9/2026</a:t>
            </a:fld>
            <a:endParaRPr lang="en-US"/>
          </a:p>
        </p:txBody>
      </p:sp>
      <p:sp>
        <p:nvSpPr>
          <p:cNvPr id="4" name="Footer Placeholder 3">
            <a:extLst>
              <a:ext uri="{FF2B5EF4-FFF2-40B4-BE49-F238E27FC236}">
                <a16:creationId xmlns:a16="http://schemas.microsoft.com/office/drawing/2014/main" id="{DEFC87F0-D98C-433D-7456-B8B7577273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5D74F3-B59E-B703-D445-9E2D4311EBDE}"/>
              </a:ext>
            </a:extLst>
          </p:cNvPr>
          <p:cNvSpPr>
            <a:spLocks noGrp="1"/>
          </p:cNvSpPr>
          <p:nvPr>
            <p:ph type="sldNum" sz="quarter" idx="12"/>
          </p:nvPr>
        </p:nvSpPr>
        <p:spPr/>
        <p:txBody>
          <a:bodyPr/>
          <a:lstStyle/>
          <a:p>
            <a:fld id="{FF649E1A-28F8-4C75-8D6E-6BE57EAB2714}" type="slidenum">
              <a:rPr lang="en-US" smtClean="0"/>
              <a:t>‹#›</a:t>
            </a:fld>
            <a:endParaRPr lang="en-US"/>
          </a:p>
        </p:txBody>
      </p:sp>
    </p:spTree>
    <p:extLst>
      <p:ext uri="{BB962C8B-B14F-4D97-AF65-F5344CB8AC3E}">
        <p14:creationId xmlns:p14="http://schemas.microsoft.com/office/powerpoint/2010/main" val="319586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544299-1F7C-BB06-8A14-E9CB2151E9A6}"/>
              </a:ext>
            </a:extLst>
          </p:cNvPr>
          <p:cNvSpPr>
            <a:spLocks noGrp="1"/>
          </p:cNvSpPr>
          <p:nvPr>
            <p:ph type="dt" sz="half" idx="10"/>
          </p:nvPr>
        </p:nvSpPr>
        <p:spPr/>
        <p:txBody>
          <a:bodyPr/>
          <a:lstStyle/>
          <a:p>
            <a:fld id="{E60F8F39-9506-472F-A480-ED0D17C7D1E8}" type="datetimeFigureOut">
              <a:rPr lang="en-US" smtClean="0"/>
              <a:t>5/9/2026</a:t>
            </a:fld>
            <a:endParaRPr lang="en-US"/>
          </a:p>
        </p:txBody>
      </p:sp>
      <p:sp>
        <p:nvSpPr>
          <p:cNvPr id="3" name="Footer Placeholder 2">
            <a:extLst>
              <a:ext uri="{FF2B5EF4-FFF2-40B4-BE49-F238E27FC236}">
                <a16:creationId xmlns:a16="http://schemas.microsoft.com/office/drawing/2014/main" id="{28166F38-0375-2B00-BC45-056373C4F1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ACE61D-8315-A957-E379-6B7B3D93D467}"/>
              </a:ext>
            </a:extLst>
          </p:cNvPr>
          <p:cNvSpPr>
            <a:spLocks noGrp="1"/>
          </p:cNvSpPr>
          <p:nvPr>
            <p:ph type="sldNum" sz="quarter" idx="12"/>
          </p:nvPr>
        </p:nvSpPr>
        <p:spPr/>
        <p:txBody>
          <a:bodyPr/>
          <a:lstStyle/>
          <a:p>
            <a:fld id="{FF649E1A-28F8-4C75-8D6E-6BE57EAB2714}" type="slidenum">
              <a:rPr lang="en-US" smtClean="0"/>
              <a:t>‹#›</a:t>
            </a:fld>
            <a:endParaRPr lang="en-US"/>
          </a:p>
        </p:txBody>
      </p:sp>
    </p:spTree>
    <p:extLst>
      <p:ext uri="{BB962C8B-B14F-4D97-AF65-F5344CB8AC3E}">
        <p14:creationId xmlns:p14="http://schemas.microsoft.com/office/powerpoint/2010/main" val="1314029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C7EBF-262C-F3D2-9B12-9C86798B4F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603550-FB4B-FAFA-332E-6466BA0CBB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29B0B6-10B6-85A0-82DB-BB04F3F09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7CD7D8-DF43-3F39-BD58-B4215F80DAFB}"/>
              </a:ext>
            </a:extLst>
          </p:cNvPr>
          <p:cNvSpPr>
            <a:spLocks noGrp="1"/>
          </p:cNvSpPr>
          <p:nvPr>
            <p:ph type="dt" sz="half" idx="10"/>
          </p:nvPr>
        </p:nvSpPr>
        <p:spPr/>
        <p:txBody>
          <a:bodyPr/>
          <a:lstStyle/>
          <a:p>
            <a:fld id="{E60F8F39-9506-472F-A480-ED0D17C7D1E8}" type="datetimeFigureOut">
              <a:rPr lang="en-US" smtClean="0"/>
              <a:t>5/9/2026</a:t>
            </a:fld>
            <a:endParaRPr lang="en-US"/>
          </a:p>
        </p:txBody>
      </p:sp>
      <p:sp>
        <p:nvSpPr>
          <p:cNvPr id="6" name="Footer Placeholder 5">
            <a:extLst>
              <a:ext uri="{FF2B5EF4-FFF2-40B4-BE49-F238E27FC236}">
                <a16:creationId xmlns:a16="http://schemas.microsoft.com/office/drawing/2014/main" id="{2AA599F0-CD73-528A-EBA4-39616D316C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CE304C-B6ED-A9EB-79D6-39BF4BFBC06B}"/>
              </a:ext>
            </a:extLst>
          </p:cNvPr>
          <p:cNvSpPr>
            <a:spLocks noGrp="1"/>
          </p:cNvSpPr>
          <p:nvPr>
            <p:ph type="sldNum" sz="quarter" idx="12"/>
          </p:nvPr>
        </p:nvSpPr>
        <p:spPr/>
        <p:txBody>
          <a:bodyPr/>
          <a:lstStyle/>
          <a:p>
            <a:fld id="{FF649E1A-28F8-4C75-8D6E-6BE57EAB2714}" type="slidenum">
              <a:rPr lang="en-US" smtClean="0"/>
              <a:t>‹#›</a:t>
            </a:fld>
            <a:endParaRPr lang="en-US"/>
          </a:p>
        </p:txBody>
      </p:sp>
    </p:spTree>
    <p:extLst>
      <p:ext uri="{BB962C8B-B14F-4D97-AF65-F5344CB8AC3E}">
        <p14:creationId xmlns:p14="http://schemas.microsoft.com/office/powerpoint/2010/main" val="3365926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4112-86C1-17FB-0EC2-30D364A0CE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3384CA-5C54-81CF-8B98-9F610CB878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9C2970-B478-506A-2804-F6E6C76EFD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A6E466-3832-9FA2-B9C0-6314F524E0BF}"/>
              </a:ext>
            </a:extLst>
          </p:cNvPr>
          <p:cNvSpPr>
            <a:spLocks noGrp="1"/>
          </p:cNvSpPr>
          <p:nvPr>
            <p:ph type="dt" sz="half" idx="10"/>
          </p:nvPr>
        </p:nvSpPr>
        <p:spPr/>
        <p:txBody>
          <a:bodyPr/>
          <a:lstStyle/>
          <a:p>
            <a:fld id="{E60F8F39-9506-472F-A480-ED0D17C7D1E8}" type="datetimeFigureOut">
              <a:rPr lang="en-US" smtClean="0"/>
              <a:t>5/9/2026</a:t>
            </a:fld>
            <a:endParaRPr lang="en-US"/>
          </a:p>
        </p:txBody>
      </p:sp>
      <p:sp>
        <p:nvSpPr>
          <p:cNvPr id="6" name="Footer Placeholder 5">
            <a:extLst>
              <a:ext uri="{FF2B5EF4-FFF2-40B4-BE49-F238E27FC236}">
                <a16:creationId xmlns:a16="http://schemas.microsoft.com/office/drawing/2014/main" id="{AD893AF6-DB0F-4FBA-9030-8B3DFC52F0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464ADC-CAD0-F641-DC35-45550ED586CC}"/>
              </a:ext>
            </a:extLst>
          </p:cNvPr>
          <p:cNvSpPr>
            <a:spLocks noGrp="1"/>
          </p:cNvSpPr>
          <p:nvPr>
            <p:ph type="sldNum" sz="quarter" idx="12"/>
          </p:nvPr>
        </p:nvSpPr>
        <p:spPr/>
        <p:txBody>
          <a:bodyPr/>
          <a:lstStyle/>
          <a:p>
            <a:fld id="{FF649E1A-28F8-4C75-8D6E-6BE57EAB2714}" type="slidenum">
              <a:rPr lang="en-US" smtClean="0"/>
              <a:t>‹#›</a:t>
            </a:fld>
            <a:endParaRPr lang="en-US"/>
          </a:p>
        </p:txBody>
      </p:sp>
    </p:spTree>
    <p:extLst>
      <p:ext uri="{BB962C8B-B14F-4D97-AF65-F5344CB8AC3E}">
        <p14:creationId xmlns:p14="http://schemas.microsoft.com/office/powerpoint/2010/main" val="420139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F616B-7DC4-CE9F-4F7A-E535BF43B6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2D971C-B69A-B19D-92AF-2C22E6FEAC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EC30A8-B51B-49D7-30BB-93194D7A17F5}"/>
              </a:ext>
            </a:extLst>
          </p:cNvPr>
          <p:cNvSpPr>
            <a:spLocks noGrp="1"/>
          </p:cNvSpPr>
          <p:nvPr>
            <p:ph type="dt" sz="half" idx="10"/>
          </p:nvPr>
        </p:nvSpPr>
        <p:spPr/>
        <p:txBody>
          <a:bodyPr/>
          <a:lstStyle/>
          <a:p>
            <a:fld id="{E60F8F39-9506-472F-A480-ED0D17C7D1E8}" type="datetimeFigureOut">
              <a:rPr lang="en-US" smtClean="0"/>
              <a:t>5/9/2026</a:t>
            </a:fld>
            <a:endParaRPr lang="en-US"/>
          </a:p>
        </p:txBody>
      </p:sp>
      <p:sp>
        <p:nvSpPr>
          <p:cNvPr id="5" name="Footer Placeholder 4">
            <a:extLst>
              <a:ext uri="{FF2B5EF4-FFF2-40B4-BE49-F238E27FC236}">
                <a16:creationId xmlns:a16="http://schemas.microsoft.com/office/drawing/2014/main" id="{134EEAC6-0447-B461-C7A0-CF2A52734A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DCB1A1-B0E1-6E68-1A06-E1CC6F109907}"/>
              </a:ext>
            </a:extLst>
          </p:cNvPr>
          <p:cNvSpPr>
            <a:spLocks noGrp="1"/>
          </p:cNvSpPr>
          <p:nvPr>
            <p:ph type="sldNum" sz="quarter" idx="12"/>
          </p:nvPr>
        </p:nvSpPr>
        <p:spPr/>
        <p:txBody>
          <a:bodyPr/>
          <a:lstStyle/>
          <a:p>
            <a:fld id="{FF649E1A-28F8-4C75-8D6E-6BE57EAB2714}" type="slidenum">
              <a:rPr lang="en-US" smtClean="0"/>
              <a:t>‹#›</a:t>
            </a:fld>
            <a:endParaRPr lang="en-US"/>
          </a:p>
        </p:txBody>
      </p:sp>
    </p:spTree>
    <p:extLst>
      <p:ext uri="{BB962C8B-B14F-4D97-AF65-F5344CB8AC3E}">
        <p14:creationId xmlns:p14="http://schemas.microsoft.com/office/powerpoint/2010/main" val="724278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69700D-4D6A-3BC0-A4C5-3864A9CD741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932E84-5B59-39B5-6BB4-F9793E5B6F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3B0792-9CDF-AE02-D612-559E2107561F}"/>
              </a:ext>
            </a:extLst>
          </p:cNvPr>
          <p:cNvSpPr>
            <a:spLocks noGrp="1"/>
          </p:cNvSpPr>
          <p:nvPr>
            <p:ph type="dt" sz="half" idx="10"/>
          </p:nvPr>
        </p:nvSpPr>
        <p:spPr/>
        <p:txBody>
          <a:bodyPr/>
          <a:lstStyle/>
          <a:p>
            <a:fld id="{E60F8F39-9506-472F-A480-ED0D17C7D1E8}" type="datetimeFigureOut">
              <a:rPr lang="en-US" smtClean="0"/>
              <a:t>5/9/2026</a:t>
            </a:fld>
            <a:endParaRPr lang="en-US"/>
          </a:p>
        </p:txBody>
      </p:sp>
      <p:sp>
        <p:nvSpPr>
          <p:cNvPr id="5" name="Footer Placeholder 4">
            <a:extLst>
              <a:ext uri="{FF2B5EF4-FFF2-40B4-BE49-F238E27FC236}">
                <a16:creationId xmlns:a16="http://schemas.microsoft.com/office/drawing/2014/main" id="{C78E140C-84D6-5EFA-3EDF-C4063DB6B2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8DD5E6-D7A5-36C2-F5AF-88A20D68A29A}"/>
              </a:ext>
            </a:extLst>
          </p:cNvPr>
          <p:cNvSpPr>
            <a:spLocks noGrp="1"/>
          </p:cNvSpPr>
          <p:nvPr>
            <p:ph type="sldNum" sz="quarter" idx="12"/>
          </p:nvPr>
        </p:nvSpPr>
        <p:spPr/>
        <p:txBody>
          <a:bodyPr/>
          <a:lstStyle/>
          <a:p>
            <a:fld id="{FF649E1A-28F8-4C75-8D6E-6BE57EAB2714}" type="slidenum">
              <a:rPr lang="en-US" smtClean="0"/>
              <a:t>‹#›</a:t>
            </a:fld>
            <a:endParaRPr lang="en-US"/>
          </a:p>
        </p:txBody>
      </p:sp>
    </p:spTree>
    <p:extLst>
      <p:ext uri="{BB962C8B-B14F-4D97-AF65-F5344CB8AC3E}">
        <p14:creationId xmlns:p14="http://schemas.microsoft.com/office/powerpoint/2010/main" val="3174258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05807D-030A-B47C-9847-A69A34052A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9B776A-656C-BC85-615F-59EFDB7FEC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80AE0F-4D96-801A-2673-ADB7097DAF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0F8F39-9506-472F-A480-ED0D17C7D1E8}" type="datetimeFigureOut">
              <a:rPr lang="en-US" smtClean="0"/>
              <a:t>5/9/2026</a:t>
            </a:fld>
            <a:endParaRPr lang="en-US"/>
          </a:p>
        </p:txBody>
      </p:sp>
      <p:sp>
        <p:nvSpPr>
          <p:cNvPr id="5" name="Footer Placeholder 4">
            <a:extLst>
              <a:ext uri="{FF2B5EF4-FFF2-40B4-BE49-F238E27FC236}">
                <a16:creationId xmlns:a16="http://schemas.microsoft.com/office/drawing/2014/main" id="{6DA6025D-304D-6D2D-A9CE-5A34C3C5B2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D4B4C7A-259B-30D4-ABCE-3007CD5130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649E1A-28F8-4C75-8D6E-6BE57EAB2714}" type="slidenum">
              <a:rPr lang="en-US" smtClean="0"/>
              <a:t>‹#›</a:t>
            </a:fld>
            <a:endParaRPr lang="en-US"/>
          </a:p>
        </p:txBody>
      </p:sp>
    </p:spTree>
    <p:extLst>
      <p:ext uri="{BB962C8B-B14F-4D97-AF65-F5344CB8AC3E}">
        <p14:creationId xmlns:p14="http://schemas.microsoft.com/office/powerpoint/2010/main" val="36582735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01743071-E429-0ACD-4211-0FE1844C5348}"/>
              </a:ext>
            </a:extLst>
          </p:cNvPr>
          <p:cNvSpPr>
            <a:spLocks noGrp="1"/>
          </p:cNvSpPr>
          <p:nvPr>
            <p:ph type="ctrTitle"/>
          </p:nvPr>
        </p:nvSpPr>
        <p:spPr>
          <a:xfrm>
            <a:off x="3315031" y="1380754"/>
            <a:ext cx="5561938" cy="2513516"/>
          </a:xfrm>
        </p:spPr>
        <p:txBody>
          <a:bodyPr>
            <a:normAutofit/>
          </a:bodyPr>
          <a:lstStyle/>
          <a:p>
            <a:r>
              <a:rPr lang="en-US" sz="4200" b="1"/>
              <a:t>AI Voice Agents Are Ready to Take Your Call</a:t>
            </a:r>
            <a:br>
              <a:rPr lang="en-US" sz="4200" b="1"/>
            </a:br>
            <a:endParaRPr lang="en-US" sz="4200"/>
          </a:p>
        </p:txBody>
      </p:sp>
      <p:sp>
        <p:nvSpPr>
          <p:cNvPr id="3" name="Subtitle 2">
            <a:extLst>
              <a:ext uri="{FF2B5EF4-FFF2-40B4-BE49-F238E27FC236}">
                <a16:creationId xmlns:a16="http://schemas.microsoft.com/office/drawing/2014/main" id="{2063EF66-FE25-DC22-0BA3-E2DBE40E616D}"/>
              </a:ext>
            </a:extLst>
          </p:cNvPr>
          <p:cNvSpPr>
            <a:spLocks noGrp="1"/>
          </p:cNvSpPr>
          <p:nvPr>
            <p:ph type="subTitle" idx="1"/>
          </p:nvPr>
        </p:nvSpPr>
        <p:spPr>
          <a:xfrm>
            <a:off x="3315031" y="4076802"/>
            <a:ext cx="5561938" cy="1534587"/>
          </a:xfrm>
        </p:spPr>
        <p:txBody>
          <a:bodyPr>
            <a:normAutofit/>
          </a:bodyPr>
          <a:lstStyle/>
          <a:p>
            <a:r>
              <a:rPr lang="en-US" dirty="0"/>
              <a:t>Week 16 Ed Elowson AI Voices </a:t>
            </a:r>
          </a:p>
        </p:txBody>
      </p:sp>
      <p:sp>
        <p:nvSpPr>
          <p:cNvPr id="16" name="Arc 15">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Oval 17">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7945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9B14280C-F1DB-D973-9471-0270D926A7C6}"/>
              </a:ext>
            </a:extLst>
          </p:cNvPr>
          <p:cNvSpPr>
            <a:spLocks noGrp="1"/>
          </p:cNvSpPr>
          <p:nvPr>
            <p:ph type="title"/>
          </p:nvPr>
        </p:nvSpPr>
        <p:spPr>
          <a:xfrm>
            <a:off x="3315031" y="1380754"/>
            <a:ext cx="5561938" cy="2513516"/>
          </a:xfrm>
        </p:spPr>
        <p:txBody>
          <a:bodyPr vert="horz" lIns="91440" tIns="45720" rIns="91440" bIns="45720" rtlCol="0" anchor="b">
            <a:normAutofit/>
          </a:bodyPr>
          <a:lstStyle/>
          <a:p>
            <a:pPr algn="ctr"/>
            <a:r>
              <a:rPr lang="en-US" sz="6000" kern="1200">
                <a:solidFill>
                  <a:schemeClr val="tx1"/>
                </a:solidFill>
                <a:latin typeface="+mj-lt"/>
                <a:ea typeface="+mj-ea"/>
                <a:cs typeface="+mj-cs"/>
              </a:rPr>
              <a:t>Link To The Source </a:t>
            </a:r>
          </a:p>
        </p:txBody>
      </p:sp>
      <p:sp>
        <p:nvSpPr>
          <p:cNvPr id="3" name="Content Placeholder 2">
            <a:extLst>
              <a:ext uri="{FF2B5EF4-FFF2-40B4-BE49-F238E27FC236}">
                <a16:creationId xmlns:a16="http://schemas.microsoft.com/office/drawing/2014/main" id="{F910BAE4-FC6A-A31D-2D2A-1B077DA969EB}"/>
              </a:ext>
            </a:extLst>
          </p:cNvPr>
          <p:cNvSpPr>
            <a:spLocks noGrp="1"/>
          </p:cNvSpPr>
          <p:nvPr>
            <p:ph idx="1"/>
          </p:nvPr>
        </p:nvSpPr>
        <p:spPr>
          <a:xfrm>
            <a:off x="3315031" y="4076802"/>
            <a:ext cx="5561938" cy="1534587"/>
          </a:xfrm>
        </p:spPr>
        <p:txBody>
          <a:bodyPr vert="horz" lIns="91440" tIns="45720" rIns="91440" bIns="45720" rtlCol="0">
            <a:normAutofit/>
          </a:bodyPr>
          <a:lstStyle/>
          <a:p>
            <a:pPr marL="0" indent="0" algn="ctr">
              <a:buNone/>
            </a:pPr>
            <a:r>
              <a:rPr lang="en-US" sz="2400" kern="1200">
                <a:solidFill>
                  <a:schemeClr val="tx1"/>
                </a:solidFill>
                <a:latin typeface="+mn-lt"/>
                <a:ea typeface="+mn-ea"/>
                <a:cs typeface="+mn-cs"/>
              </a:rPr>
              <a:t>https://www.wsj.com/articles/ai-voice-agents-are-ready-to-take-your-call-a62cf03b</a:t>
            </a:r>
          </a:p>
        </p:txBody>
      </p:sp>
      <p:sp>
        <p:nvSpPr>
          <p:cNvPr id="16" name="Arc 15">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Oval 17">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6747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4F7F16-2277-DB28-C59B-01D5CC279F12}"/>
            </a:ext>
          </a:extLst>
        </p:cNvPr>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963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Cover">
            <a:extLst>
              <a:ext uri="{FF2B5EF4-FFF2-40B4-BE49-F238E27FC236}">
                <a16:creationId xmlns:a16="http://schemas.microsoft.com/office/drawing/2014/main" id="{8B2B1708-8CE4-4A20-94F5-55118AE2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4119"/>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5D095D3E-C464-41D5-87FA-07742698A72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5" name="Color">
              <a:extLst>
                <a:ext uri="{FF2B5EF4-FFF2-40B4-BE49-F238E27FC236}">
                  <a16:creationId xmlns:a16="http://schemas.microsoft.com/office/drawing/2014/main" id="{7722DCE9-76F1-42AC-AC0A-487CFB0873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B29A5FA1-D0E7-448B-AB7D-032F01D5B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 name="Color">
            <a:extLst>
              <a:ext uri="{FF2B5EF4-FFF2-40B4-BE49-F238E27FC236}">
                <a16:creationId xmlns:a16="http://schemas.microsoft.com/office/drawing/2014/main" id="{C58F402F-FDB5-409B-8818-B6FCE06E57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2804" y="598259"/>
            <a:ext cx="10889442" cy="5680742"/>
          </a:xfrm>
          <a:prstGeom prst="rect">
            <a:avLst/>
          </a:prstGeom>
          <a:solidFill>
            <a:srgbClr val="0BE1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a:extLst>
              <a:ext uri="{FF2B5EF4-FFF2-40B4-BE49-F238E27FC236}">
                <a16:creationId xmlns:a16="http://schemas.microsoft.com/office/drawing/2014/main" id="{F4E8721B-836E-314B-9D8E-E7B0B3F2F490}"/>
              </a:ext>
            </a:extLst>
          </p:cNvPr>
          <p:cNvPicPr>
            <a:picLocks noGrp="1" noChangeAspect="1"/>
          </p:cNvPicPr>
          <p:nvPr>
            <p:ph idx="1"/>
          </p:nvPr>
        </p:nvPicPr>
        <p:blipFill>
          <a:blip r:embed="rId2"/>
          <a:stretch>
            <a:fillRect/>
          </a:stretch>
        </p:blipFill>
        <p:spPr>
          <a:xfrm>
            <a:off x="4747307" y="1192034"/>
            <a:ext cx="6711526" cy="4463165"/>
          </a:xfrm>
          <a:prstGeom prst="rect">
            <a:avLst/>
          </a:prstGeom>
        </p:spPr>
      </p:pic>
      <p:grpSp>
        <p:nvGrpSpPr>
          <p:cNvPr id="20" name="Group 19">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1" name="Freeform: Shape 20">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4E9B41C2-B9C9-0E25-F4D1-C6D75F9764C2}"/>
              </a:ext>
            </a:extLst>
          </p:cNvPr>
          <p:cNvSpPr>
            <a:spLocks noGrp="1"/>
          </p:cNvSpPr>
          <p:nvPr>
            <p:ph type="title"/>
          </p:nvPr>
        </p:nvSpPr>
        <p:spPr>
          <a:xfrm>
            <a:off x="1012644" y="842332"/>
            <a:ext cx="3585114" cy="2782056"/>
          </a:xfrm>
        </p:spPr>
        <p:txBody>
          <a:bodyPr vert="horz" lIns="91440" tIns="45720" rIns="91440" bIns="45720" rtlCol="0" anchor="b">
            <a:normAutofit/>
          </a:bodyPr>
          <a:lstStyle/>
          <a:p>
            <a:r>
              <a:rPr lang="en-US" sz="4800" kern="1200">
                <a:solidFill>
                  <a:schemeClr val="tx2"/>
                </a:solidFill>
                <a:latin typeface="+mj-lt"/>
                <a:ea typeface="+mj-ea"/>
                <a:cs typeface="+mj-cs"/>
              </a:rPr>
              <a:t>Screenshot </a:t>
            </a:r>
          </a:p>
        </p:txBody>
      </p:sp>
    </p:spTree>
    <p:extLst>
      <p:ext uri="{BB962C8B-B14F-4D97-AF65-F5344CB8AC3E}">
        <p14:creationId xmlns:p14="http://schemas.microsoft.com/office/powerpoint/2010/main" val="516400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0CA8EA-AFA6-4A26-7AB0-F2532364C97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1A80F7-1C6A-26ED-8145-8691B0C7257E}"/>
              </a:ext>
            </a:extLst>
          </p:cNvPr>
          <p:cNvSpPr>
            <a:spLocks noGrp="1"/>
          </p:cNvSpPr>
          <p:nvPr>
            <p:ph type="title"/>
          </p:nvPr>
        </p:nvSpPr>
        <p:spPr>
          <a:xfrm>
            <a:off x="686834" y="1153572"/>
            <a:ext cx="3200400" cy="4461163"/>
          </a:xfrm>
        </p:spPr>
        <p:txBody>
          <a:bodyPr>
            <a:normAutofit/>
          </a:bodyPr>
          <a:lstStyle/>
          <a:p>
            <a:r>
              <a:rPr lang="en-US">
                <a:solidFill>
                  <a:srgbClr val="FFFFFF"/>
                </a:solidFill>
              </a:rPr>
              <a:t>Main Findings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504A20E-3462-1588-945F-189B9FF6B0EB}"/>
              </a:ext>
            </a:extLst>
          </p:cNvPr>
          <p:cNvSpPr>
            <a:spLocks noGrp="1"/>
          </p:cNvSpPr>
          <p:nvPr>
            <p:ph idx="1"/>
          </p:nvPr>
        </p:nvSpPr>
        <p:spPr>
          <a:xfrm>
            <a:off x="4447308" y="591344"/>
            <a:ext cx="6906491" cy="5585619"/>
          </a:xfrm>
        </p:spPr>
        <p:txBody>
          <a:bodyPr anchor="ctr">
            <a:normAutofit/>
          </a:bodyPr>
          <a:lstStyle/>
          <a:p>
            <a:r>
              <a:rPr lang="en-US" sz="1800"/>
              <a:t>The article explains how advances in artificial intelligence are rapidly transforming customer-service voice bots into highly realistic conversational agents. Unlike traditional automated phone systems that relied on rigid scripts and limited responses, newer AI voice systems combine speech-to-text, text-to-speech, and large language models to create more natural, humanlike interactions. Companies such as eHealth and Fertitta Entertainment are already using AI voice agents to handle customer inquiries, reservations, and sales-related calls, particularly during periods of high call volume or after business hours. Industry experts cited in the article suggest that recent technological progress has accelerated faster than expected, with AI voices now capable of responding with little delay, handling interruptions, and making logical suggestions during conversations. The article also highlights major investment growth in the sector, with venture capital funding for voice AI startups increasing dramatically in recent years. However, businesses remain cautious about risks such as hallucinations, misinformation, privacy concerns, and determining when human interaction is still necessary.</a:t>
            </a:r>
          </a:p>
          <a:p>
            <a:endParaRPr lang="en-US" sz="1800"/>
          </a:p>
        </p:txBody>
      </p:sp>
    </p:spTree>
    <p:extLst>
      <p:ext uri="{BB962C8B-B14F-4D97-AF65-F5344CB8AC3E}">
        <p14:creationId xmlns:p14="http://schemas.microsoft.com/office/powerpoint/2010/main" val="1089259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8E6B2B-6B60-79EF-CAEB-3B4E9D45377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17D1E0-0C23-DB2D-B71B-F2516C71D14A}"/>
              </a:ext>
            </a:extLst>
          </p:cNvPr>
          <p:cNvSpPr>
            <a:spLocks noGrp="1"/>
          </p:cNvSpPr>
          <p:nvPr>
            <p:ph type="title"/>
          </p:nvPr>
        </p:nvSpPr>
        <p:spPr>
          <a:xfrm>
            <a:off x="686834" y="1153572"/>
            <a:ext cx="3200400" cy="4461163"/>
          </a:xfrm>
        </p:spPr>
        <p:txBody>
          <a:bodyPr>
            <a:normAutofit/>
          </a:bodyPr>
          <a:lstStyle/>
          <a:p>
            <a:r>
              <a:rPr lang="en-US">
                <a:solidFill>
                  <a:srgbClr val="FFFFFF"/>
                </a:solidFill>
              </a:rPr>
              <a:t>Broader Implications for Society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8A7B1BF-3CEE-7B71-D4DD-CC9DC21C9A57}"/>
              </a:ext>
            </a:extLst>
          </p:cNvPr>
          <p:cNvSpPr>
            <a:spLocks noGrp="1"/>
          </p:cNvSpPr>
          <p:nvPr>
            <p:ph idx="1"/>
          </p:nvPr>
        </p:nvSpPr>
        <p:spPr>
          <a:xfrm>
            <a:off x="4447308" y="591344"/>
            <a:ext cx="6906491" cy="5585619"/>
          </a:xfrm>
        </p:spPr>
        <p:txBody>
          <a:bodyPr anchor="ctr">
            <a:normAutofit/>
          </a:bodyPr>
          <a:lstStyle/>
          <a:p>
            <a:r>
              <a:rPr lang="en-US" sz="1800"/>
              <a:t>The broader societal implications center on how AI voice systems may reshape communication, employment, and human interaction with technology. As AI-generated voices become increasingly indistinguishable from humans, the technology could significantly improve efficiency, reduce business costs, and provide faster customer service across industries such as healthcare, hospitality, and retail. At the same time, the article raises concerns about trust, transparency, and ethics, especially if consumers cannot easily distinguish between humans and AI during conversations. The growing use of AI voice agents may also alter workforce dynamics by automating repetitive call-center and customer-service roles while increasing demand for employees who can oversee, train, and manage AI systems. Additionally, the technology introduces risks involving misinformation, fraud, voice impersonation, and overreliance on automated systems. The article suggests that society is entering a transition where AI voices could become a standard part of everyday life, similar to chatbots and digital assistants, but where human oversight will remain essential for sensitive or high-stakes interactions.</a:t>
            </a:r>
          </a:p>
          <a:p>
            <a:endParaRPr lang="en-US" sz="1800"/>
          </a:p>
        </p:txBody>
      </p:sp>
    </p:spTree>
    <p:extLst>
      <p:ext uri="{BB962C8B-B14F-4D97-AF65-F5344CB8AC3E}">
        <p14:creationId xmlns:p14="http://schemas.microsoft.com/office/powerpoint/2010/main" val="3522650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D65979-5171-4525-4F84-B528EC5EB7F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6B577E-589B-11D6-D6D3-6EB98B202ED6}"/>
              </a:ext>
            </a:extLst>
          </p:cNvPr>
          <p:cNvSpPr>
            <a:spLocks noGrp="1"/>
          </p:cNvSpPr>
          <p:nvPr>
            <p:ph type="title"/>
          </p:nvPr>
        </p:nvSpPr>
        <p:spPr>
          <a:xfrm>
            <a:off x="686834" y="1153572"/>
            <a:ext cx="3200400" cy="4461163"/>
          </a:xfrm>
        </p:spPr>
        <p:txBody>
          <a:bodyPr>
            <a:normAutofit/>
          </a:bodyPr>
          <a:lstStyle/>
          <a:p>
            <a:r>
              <a:rPr lang="en-US">
                <a:solidFill>
                  <a:srgbClr val="FFFFFF"/>
                </a:solidFill>
              </a:rPr>
              <a:t>Relevance and Potential Influence on the Construction Industry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5DEC8D3-5814-F582-016A-6A1EC220C160}"/>
              </a:ext>
            </a:extLst>
          </p:cNvPr>
          <p:cNvSpPr>
            <a:spLocks noGrp="1"/>
          </p:cNvSpPr>
          <p:nvPr>
            <p:ph idx="1"/>
          </p:nvPr>
        </p:nvSpPr>
        <p:spPr>
          <a:xfrm>
            <a:off x="4447308" y="591344"/>
            <a:ext cx="6906491" cy="5585619"/>
          </a:xfrm>
        </p:spPr>
        <p:txBody>
          <a:bodyPr anchor="ctr">
            <a:normAutofit/>
          </a:bodyPr>
          <a:lstStyle/>
          <a:p>
            <a:r>
              <a:rPr lang="en-US" sz="1800"/>
              <a:t>For the construction industry, AI voice technology could improve communication efficiency, project coordination, and customer interaction across many operational areas. Construction firms, contractors, suppliers, and facility managers often manage large volumes of phone calls related to scheduling, procurement, inspections, maintenance requests, subcontractor coordination, and customer support. AI voice agents could automate routine communication tasks such as scheduling service appointments, providing project updates, coordinating deliveries, answering tenant or client inquiries, and routing urgent issues more efficiently. Voice-enabled AI systems may also support field operations by allowing workers to access project data, safety procedures, or equipment information hands-free while on-site. However, the article’s concerns about misinformation and hallucinations are especially important in construction, where incorrect instructions or inaccurate project information could create safety risks, delays, or costly errors. As AI voice tools become more advanced, construction companies will likely need clear governance policies, cybersecurity protections, and human oversight to ensure these systems improve productivity while maintaining safety, accountability, and trust in critical project communications.</a:t>
            </a:r>
          </a:p>
          <a:p>
            <a:endParaRPr lang="en-US" sz="1800"/>
          </a:p>
        </p:txBody>
      </p:sp>
    </p:spTree>
    <p:extLst>
      <p:ext uri="{BB962C8B-B14F-4D97-AF65-F5344CB8AC3E}">
        <p14:creationId xmlns:p14="http://schemas.microsoft.com/office/powerpoint/2010/main" val="913165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B5847-A9F0-5764-44F3-352364371DB7}"/>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EBB96D9-8EEA-A3FF-728F-536073218E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9812" y="34412"/>
            <a:ext cx="7620000" cy="6871446"/>
          </a:xfrm>
        </p:spPr>
      </p:pic>
    </p:spTree>
    <p:extLst>
      <p:ext uri="{BB962C8B-B14F-4D97-AF65-F5344CB8AC3E}">
        <p14:creationId xmlns:p14="http://schemas.microsoft.com/office/powerpoint/2010/main" val="3565903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603</Words>
  <Application>Microsoft Office PowerPoint</Application>
  <PresentationFormat>Widescreen</PresentationFormat>
  <Paragraphs>11</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AI Voice Agents Are Ready to Take Your Call </vt:lpstr>
      <vt:lpstr>Link To The Source </vt:lpstr>
      <vt:lpstr>Screenshot </vt:lpstr>
      <vt:lpstr>Main Findings</vt:lpstr>
      <vt:lpstr>Broader Implications for Society</vt:lpstr>
      <vt:lpstr>Relevance and Potential Influence on the Construction Industry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 Elowson</dc:creator>
  <cp:lastModifiedBy>Ed Elowson</cp:lastModifiedBy>
  <cp:revision>1</cp:revision>
  <dcterms:created xsi:type="dcterms:W3CDTF">2026-05-09T23:02:25Z</dcterms:created>
  <dcterms:modified xsi:type="dcterms:W3CDTF">2026-05-09T23:44:59Z</dcterms:modified>
</cp:coreProperties>
</file>