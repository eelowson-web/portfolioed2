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F015CD-BA7C-4259-8708-43FC0E15B7AB}" v="9" dt="2026-05-09T21:51:16.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60"/>
  </p:normalViewPr>
  <p:slideViewPr>
    <p:cSldViewPr snapToGrid="0">
      <p:cViewPr varScale="1">
        <p:scale>
          <a:sx n="71" d="100"/>
          <a:sy n="71" d="100"/>
        </p:scale>
        <p:origin x="72" y="6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Elowson" userId="e02f2ad9-260d-48b9-ae49-41519fd3a61b" providerId="ADAL" clId="{23F062E9-8A7E-4154-82CB-2E761C864A24}"/>
    <pc:docChg chg="custSel addSld delSld modSld sldOrd">
      <pc:chgData name="Ed Elowson" userId="e02f2ad9-260d-48b9-ae49-41519fd3a61b" providerId="ADAL" clId="{23F062E9-8A7E-4154-82CB-2E761C864A24}" dt="2026-05-09T21:51:54.334" v="233" actId="26606"/>
      <pc:docMkLst>
        <pc:docMk/>
      </pc:docMkLst>
      <pc:sldChg chg="addSp modSp mod setBg">
        <pc:chgData name="Ed Elowson" userId="e02f2ad9-260d-48b9-ae49-41519fd3a61b" providerId="ADAL" clId="{23F062E9-8A7E-4154-82CB-2E761C864A24}" dt="2026-05-09T21:40:35.438" v="72" actId="26606"/>
        <pc:sldMkLst>
          <pc:docMk/>
          <pc:sldMk cId="3892890554" sldId="256"/>
        </pc:sldMkLst>
        <pc:spChg chg="mod">
          <ac:chgData name="Ed Elowson" userId="e02f2ad9-260d-48b9-ae49-41519fd3a61b" providerId="ADAL" clId="{23F062E9-8A7E-4154-82CB-2E761C864A24}" dt="2026-05-09T21:40:35.438" v="72" actId="26606"/>
          <ac:spMkLst>
            <pc:docMk/>
            <pc:sldMk cId="3892890554" sldId="256"/>
            <ac:spMk id="2" creationId="{18EB3645-26C6-BED6-BE86-72CB2C3941D5}"/>
          </ac:spMkLst>
        </pc:spChg>
        <pc:spChg chg="mod">
          <ac:chgData name="Ed Elowson" userId="e02f2ad9-260d-48b9-ae49-41519fd3a61b" providerId="ADAL" clId="{23F062E9-8A7E-4154-82CB-2E761C864A24}" dt="2026-05-09T21:40:35.438" v="72" actId="26606"/>
          <ac:spMkLst>
            <pc:docMk/>
            <pc:sldMk cId="3892890554" sldId="256"/>
            <ac:spMk id="3" creationId="{C08D432C-0C30-1139-C749-E441ADAA28FE}"/>
          </ac:spMkLst>
        </pc:spChg>
        <pc:spChg chg="add">
          <ac:chgData name="Ed Elowson" userId="e02f2ad9-260d-48b9-ae49-41519fd3a61b" providerId="ADAL" clId="{23F062E9-8A7E-4154-82CB-2E761C864A24}" dt="2026-05-09T21:40:35.438" v="72" actId="26606"/>
          <ac:spMkLst>
            <pc:docMk/>
            <pc:sldMk cId="3892890554" sldId="256"/>
            <ac:spMk id="8" creationId="{0E30439A-8A5B-46EC-8283-9B6B031D40D0}"/>
          </ac:spMkLst>
        </pc:spChg>
        <pc:spChg chg="add">
          <ac:chgData name="Ed Elowson" userId="e02f2ad9-260d-48b9-ae49-41519fd3a61b" providerId="ADAL" clId="{23F062E9-8A7E-4154-82CB-2E761C864A24}" dt="2026-05-09T21:40:35.438" v="72" actId="26606"/>
          <ac:spMkLst>
            <pc:docMk/>
            <pc:sldMk cId="3892890554" sldId="256"/>
            <ac:spMk id="10" creationId="{5CEAD642-85CF-4750-8432-7C80C901F001}"/>
          </ac:spMkLst>
        </pc:spChg>
        <pc:spChg chg="add">
          <ac:chgData name="Ed Elowson" userId="e02f2ad9-260d-48b9-ae49-41519fd3a61b" providerId="ADAL" clId="{23F062E9-8A7E-4154-82CB-2E761C864A24}" dt="2026-05-09T21:40:35.438" v="72" actId="26606"/>
          <ac:spMkLst>
            <pc:docMk/>
            <pc:sldMk cId="3892890554" sldId="256"/>
            <ac:spMk id="12" creationId="{FA33EEAE-15D5-4119-8C1E-89D943F911EF}"/>
          </ac:spMkLst>
        </pc:spChg>
        <pc:spChg chg="add">
          <ac:chgData name="Ed Elowson" userId="e02f2ad9-260d-48b9-ae49-41519fd3a61b" providerId="ADAL" clId="{23F062E9-8A7E-4154-82CB-2E761C864A24}" dt="2026-05-09T21:40:35.438" v="72" actId="26606"/>
          <ac:spMkLst>
            <pc:docMk/>
            <pc:sldMk cId="3892890554" sldId="256"/>
            <ac:spMk id="14" creationId="{730D8B3B-9B80-4025-B934-26DC7D7CD231}"/>
          </ac:spMkLst>
        </pc:spChg>
        <pc:spChg chg="add">
          <ac:chgData name="Ed Elowson" userId="e02f2ad9-260d-48b9-ae49-41519fd3a61b" providerId="ADAL" clId="{23F062E9-8A7E-4154-82CB-2E761C864A24}" dt="2026-05-09T21:40:35.438" v="72" actId="26606"/>
          <ac:spMkLst>
            <pc:docMk/>
            <pc:sldMk cId="3892890554" sldId="256"/>
            <ac:spMk id="16" creationId="{B5A1B09C-1565-46F8-B70F-621C5EB48A09}"/>
          </ac:spMkLst>
        </pc:spChg>
        <pc:spChg chg="add">
          <ac:chgData name="Ed Elowson" userId="e02f2ad9-260d-48b9-ae49-41519fd3a61b" providerId="ADAL" clId="{23F062E9-8A7E-4154-82CB-2E761C864A24}" dt="2026-05-09T21:40:35.438" v="72" actId="26606"/>
          <ac:spMkLst>
            <pc:docMk/>
            <pc:sldMk cId="3892890554" sldId="256"/>
            <ac:spMk id="18" creationId="{8C516CC8-80AC-446C-A56E-9F54B7210402}"/>
          </ac:spMkLst>
        </pc:spChg>
        <pc:spChg chg="add">
          <ac:chgData name="Ed Elowson" userId="e02f2ad9-260d-48b9-ae49-41519fd3a61b" providerId="ADAL" clId="{23F062E9-8A7E-4154-82CB-2E761C864A24}" dt="2026-05-09T21:40:35.438" v="72" actId="26606"/>
          <ac:spMkLst>
            <pc:docMk/>
            <pc:sldMk cId="3892890554" sldId="256"/>
            <ac:spMk id="20" creationId="{53947E58-F088-49F1-A3D1-DEA690192E84}"/>
          </ac:spMkLst>
        </pc:spChg>
      </pc:sldChg>
      <pc:sldChg chg="addSp delSp modSp mod setBg">
        <pc:chgData name="Ed Elowson" userId="e02f2ad9-260d-48b9-ae49-41519fd3a61b" providerId="ADAL" clId="{23F062E9-8A7E-4154-82CB-2E761C864A24}" dt="2026-05-09T21:41:21.403" v="91" actId="26606"/>
        <pc:sldMkLst>
          <pc:docMk/>
          <pc:sldMk cId="3945799298" sldId="257"/>
        </pc:sldMkLst>
        <pc:spChg chg="mod">
          <ac:chgData name="Ed Elowson" userId="e02f2ad9-260d-48b9-ae49-41519fd3a61b" providerId="ADAL" clId="{23F062E9-8A7E-4154-82CB-2E761C864A24}" dt="2026-05-09T21:41:21.403" v="91" actId="26606"/>
          <ac:spMkLst>
            <pc:docMk/>
            <pc:sldMk cId="3945799298" sldId="257"/>
            <ac:spMk id="2" creationId="{DA8022EB-6F92-7648-EFDB-F344C20FE93B}"/>
          </ac:spMkLst>
        </pc:spChg>
        <pc:spChg chg="del">
          <ac:chgData name="Ed Elowson" userId="e02f2ad9-260d-48b9-ae49-41519fd3a61b" providerId="ADAL" clId="{23F062E9-8A7E-4154-82CB-2E761C864A24}" dt="2026-05-09T21:41:18.255" v="90" actId="22"/>
          <ac:spMkLst>
            <pc:docMk/>
            <pc:sldMk cId="3945799298" sldId="257"/>
            <ac:spMk id="3" creationId="{FCF669AA-987F-E9F7-A512-EDA731C5E4A1}"/>
          </ac:spMkLst>
        </pc:spChg>
        <pc:spChg chg="add">
          <ac:chgData name="Ed Elowson" userId="e02f2ad9-260d-48b9-ae49-41519fd3a61b" providerId="ADAL" clId="{23F062E9-8A7E-4154-82CB-2E761C864A24}" dt="2026-05-09T21:41:21.403" v="91" actId="26606"/>
          <ac:spMkLst>
            <pc:docMk/>
            <pc:sldMk cId="3945799298" sldId="257"/>
            <ac:spMk id="10" creationId="{A8384FB5-9ADC-4DDC-881B-597D56F5B15D}"/>
          </ac:spMkLst>
        </pc:spChg>
        <pc:spChg chg="add">
          <ac:chgData name="Ed Elowson" userId="e02f2ad9-260d-48b9-ae49-41519fd3a61b" providerId="ADAL" clId="{23F062E9-8A7E-4154-82CB-2E761C864A24}" dt="2026-05-09T21:41:21.403" v="91" actId="26606"/>
          <ac:spMkLst>
            <pc:docMk/>
            <pc:sldMk cId="3945799298" sldId="257"/>
            <ac:spMk id="12" creationId="{91E5A9A7-95C6-4F4F-B00E-C82E07FE62EF}"/>
          </ac:spMkLst>
        </pc:spChg>
        <pc:spChg chg="add">
          <ac:chgData name="Ed Elowson" userId="e02f2ad9-260d-48b9-ae49-41519fd3a61b" providerId="ADAL" clId="{23F062E9-8A7E-4154-82CB-2E761C864A24}" dt="2026-05-09T21:41:21.403" v="91" actId="26606"/>
          <ac:spMkLst>
            <pc:docMk/>
            <pc:sldMk cId="3945799298" sldId="257"/>
            <ac:spMk id="14" creationId="{D07DD2DE-F619-49DD-B5E7-03A290FF4ED1}"/>
          </ac:spMkLst>
        </pc:spChg>
        <pc:spChg chg="add">
          <ac:chgData name="Ed Elowson" userId="e02f2ad9-260d-48b9-ae49-41519fd3a61b" providerId="ADAL" clId="{23F062E9-8A7E-4154-82CB-2E761C864A24}" dt="2026-05-09T21:41:21.403" v="91" actId="26606"/>
          <ac:spMkLst>
            <pc:docMk/>
            <pc:sldMk cId="3945799298" sldId="257"/>
            <ac:spMk id="16" creationId="{85149191-5F60-4A28-AAFF-039F96B0F3EC}"/>
          </ac:spMkLst>
        </pc:spChg>
        <pc:spChg chg="add">
          <ac:chgData name="Ed Elowson" userId="e02f2ad9-260d-48b9-ae49-41519fd3a61b" providerId="ADAL" clId="{23F062E9-8A7E-4154-82CB-2E761C864A24}" dt="2026-05-09T21:41:21.403" v="91" actId="26606"/>
          <ac:spMkLst>
            <pc:docMk/>
            <pc:sldMk cId="3945799298" sldId="257"/>
            <ac:spMk id="18" creationId="{F8260ED5-17F7-4158-B241-D51DD4CF1B7E}"/>
          </ac:spMkLst>
        </pc:spChg>
        <pc:picChg chg="add mod ord">
          <ac:chgData name="Ed Elowson" userId="e02f2ad9-260d-48b9-ae49-41519fd3a61b" providerId="ADAL" clId="{23F062E9-8A7E-4154-82CB-2E761C864A24}" dt="2026-05-09T21:41:21.403" v="91" actId="26606"/>
          <ac:picMkLst>
            <pc:docMk/>
            <pc:sldMk cId="3945799298" sldId="257"/>
            <ac:picMk id="5" creationId="{33F56769-1FA1-C45F-978D-7340CB38FA8A}"/>
          </ac:picMkLst>
        </pc:picChg>
      </pc:sldChg>
      <pc:sldChg chg="addSp modSp mod setBg">
        <pc:chgData name="Ed Elowson" userId="e02f2ad9-260d-48b9-ae49-41519fd3a61b" providerId="ADAL" clId="{23F062E9-8A7E-4154-82CB-2E761C864A24}" dt="2026-05-09T21:41:51.275" v="114" actId="26606"/>
        <pc:sldMkLst>
          <pc:docMk/>
          <pc:sldMk cId="1433819578" sldId="258"/>
        </pc:sldMkLst>
        <pc:spChg chg="mod">
          <ac:chgData name="Ed Elowson" userId="e02f2ad9-260d-48b9-ae49-41519fd3a61b" providerId="ADAL" clId="{23F062E9-8A7E-4154-82CB-2E761C864A24}" dt="2026-05-09T21:41:51.275" v="114" actId="26606"/>
          <ac:spMkLst>
            <pc:docMk/>
            <pc:sldMk cId="1433819578" sldId="258"/>
            <ac:spMk id="2" creationId="{D5985367-0D66-4C15-93A8-99C99BE87661}"/>
          </ac:spMkLst>
        </pc:spChg>
        <pc:spChg chg="mod">
          <ac:chgData name="Ed Elowson" userId="e02f2ad9-260d-48b9-ae49-41519fd3a61b" providerId="ADAL" clId="{23F062E9-8A7E-4154-82CB-2E761C864A24}" dt="2026-05-09T21:41:51.275" v="114" actId="26606"/>
          <ac:spMkLst>
            <pc:docMk/>
            <pc:sldMk cId="1433819578" sldId="258"/>
            <ac:spMk id="3" creationId="{981EA168-6E9E-198A-B7F3-D1FC22ABFBFB}"/>
          </ac:spMkLst>
        </pc:spChg>
        <pc:spChg chg="add">
          <ac:chgData name="Ed Elowson" userId="e02f2ad9-260d-48b9-ae49-41519fd3a61b" providerId="ADAL" clId="{23F062E9-8A7E-4154-82CB-2E761C864A24}" dt="2026-05-09T21:41:51.275" v="114" actId="26606"/>
          <ac:spMkLst>
            <pc:docMk/>
            <pc:sldMk cId="1433819578" sldId="258"/>
            <ac:spMk id="8" creationId="{09588DA8-065E-4F6F-8EFD-43104AB2E0CF}"/>
          </ac:spMkLst>
        </pc:spChg>
        <pc:spChg chg="add">
          <ac:chgData name="Ed Elowson" userId="e02f2ad9-260d-48b9-ae49-41519fd3a61b" providerId="ADAL" clId="{23F062E9-8A7E-4154-82CB-2E761C864A24}" dt="2026-05-09T21:41:51.275" v="114" actId="26606"/>
          <ac:spMkLst>
            <pc:docMk/>
            <pc:sldMk cId="1433819578" sldId="258"/>
            <ac:spMk id="10" creationId="{C4285719-470E-454C-AF62-8323075F1F5B}"/>
          </ac:spMkLst>
        </pc:spChg>
        <pc:spChg chg="add">
          <ac:chgData name="Ed Elowson" userId="e02f2ad9-260d-48b9-ae49-41519fd3a61b" providerId="ADAL" clId="{23F062E9-8A7E-4154-82CB-2E761C864A24}" dt="2026-05-09T21:41:51.275" v="114" actId="26606"/>
          <ac:spMkLst>
            <pc:docMk/>
            <pc:sldMk cId="1433819578" sldId="258"/>
            <ac:spMk id="12" creationId="{CD9FE4EF-C4D8-49A0-B2FF-81D8DB7D8A24}"/>
          </ac:spMkLst>
        </pc:spChg>
        <pc:spChg chg="add">
          <ac:chgData name="Ed Elowson" userId="e02f2ad9-260d-48b9-ae49-41519fd3a61b" providerId="ADAL" clId="{23F062E9-8A7E-4154-82CB-2E761C864A24}" dt="2026-05-09T21:41:51.275" v="114" actId="26606"/>
          <ac:spMkLst>
            <pc:docMk/>
            <pc:sldMk cId="1433819578" sldId="258"/>
            <ac:spMk id="14" creationId="{4300840D-0A0B-4512-BACA-B439D5B9C57C}"/>
          </ac:spMkLst>
        </pc:spChg>
        <pc:spChg chg="add">
          <ac:chgData name="Ed Elowson" userId="e02f2ad9-260d-48b9-ae49-41519fd3a61b" providerId="ADAL" clId="{23F062E9-8A7E-4154-82CB-2E761C864A24}" dt="2026-05-09T21:41:51.275" v="114" actId="26606"/>
          <ac:spMkLst>
            <pc:docMk/>
            <pc:sldMk cId="1433819578" sldId="258"/>
            <ac:spMk id="16" creationId="{D2B78728-A580-49A7-84F9-6EF6F583ADE0}"/>
          </ac:spMkLst>
        </pc:spChg>
        <pc:spChg chg="add">
          <ac:chgData name="Ed Elowson" userId="e02f2ad9-260d-48b9-ae49-41519fd3a61b" providerId="ADAL" clId="{23F062E9-8A7E-4154-82CB-2E761C864A24}" dt="2026-05-09T21:41:51.275" v="114" actId="26606"/>
          <ac:spMkLst>
            <pc:docMk/>
            <pc:sldMk cId="1433819578" sldId="258"/>
            <ac:spMk id="18" creationId="{38FAA1A1-D861-433F-88FA-1E9D6FD31D11}"/>
          </ac:spMkLst>
        </pc:spChg>
        <pc:spChg chg="add">
          <ac:chgData name="Ed Elowson" userId="e02f2ad9-260d-48b9-ae49-41519fd3a61b" providerId="ADAL" clId="{23F062E9-8A7E-4154-82CB-2E761C864A24}" dt="2026-05-09T21:41:51.275" v="114" actId="26606"/>
          <ac:spMkLst>
            <pc:docMk/>
            <pc:sldMk cId="1433819578" sldId="258"/>
            <ac:spMk id="20" creationId="{8D71EDA1-87BF-4D5D-AB79-F346FD19278A}"/>
          </ac:spMkLst>
        </pc:spChg>
      </pc:sldChg>
      <pc:sldChg chg="addSp modSp mod setBg">
        <pc:chgData name="Ed Elowson" userId="e02f2ad9-260d-48b9-ae49-41519fd3a61b" providerId="ADAL" clId="{23F062E9-8A7E-4154-82CB-2E761C864A24}" dt="2026-05-09T21:42:54.791" v="133" actId="26606"/>
        <pc:sldMkLst>
          <pc:docMk/>
          <pc:sldMk cId="859257220" sldId="259"/>
        </pc:sldMkLst>
        <pc:spChg chg="mod">
          <ac:chgData name="Ed Elowson" userId="e02f2ad9-260d-48b9-ae49-41519fd3a61b" providerId="ADAL" clId="{23F062E9-8A7E-4154-82CB-2E761C864A24}" dt="2026-05-09T21:42:54.791" v="133" actId="26606"/>
          <ac:spMkLst>
            <pc:docMk/>
            <pc:sldMk cId="859257220" sldId="259"/>
            <ac:spMk id="2" creationId="{CAD93523-31AB-5AA9-E916-542453AC65BC}"/>
          </ac:spMkLst>
        </pc:spChg>
        <pc:spChg chg="mod">
          <ac:chgData name="Ed Elowson" userId="e02f2ad9-260d-48b9-ae49-41519fd3a61b" providerId="ADAL" clId="{23F062E9-8A7E-4154-82CB-2E761C864A24}" dt="2026-05-09T21:42:54.791" v="133" actId="26606"/>
          <ac:spMkLst>
            <pc:docMk/>
            <pc:sldMk cId="859257220" sldId="259"/>
            <ac:spMk id="3" creationId="{A5AAD43F-515A-E097-B4E4-547051753868}"/>
          </ac:spMkLst>
        </pc:spChg>
        <pc:spChg chg="add">
          <ac:chgData name="Ed Elowson" userId="e02f2ad9-260d-48b9-ae49-41519fd3a61b" providerId="ADAL" clId="{23F062E9-8A7E-4154-82CB-2E761C864A24}" dt="2026-05-09T21:42:54.791" v="133" actId="26606"/>
          <ac:spMkLst>
            <pc:docMk/>
            <pc:sldMk cId="859257220" sldId="259"/>
            <ac:spMk id="8" creationId="{09588DA8-065E-4F6F-8EFD-43104AB2E0CF}"/>
          </ac:spMkLst>
        </pc:spChg>
        <pc:spChg chg="add">
          <ac:chgData name="Ed Elowson" userId="e02f2ad9-260d-48b9-ae49-41519fd3a61b" providerId="ADAL" clId="{23F062E9-8A7E-4154-82CB-2E761C864A24}" dt="2026-05-09T21:42:54.791" v="133" actId="26606"/>
          <ac:spMkLst>
            <pc:docMk/>
            <pc:sldMk cId="859257220" sldId="259"/>
            <ac:spMk id="10" creationId="{C4285719-470E-454C-AF62-8323075F1F5B}"/>
          </ac:spMkLst>
        </pc:spChg>
        <pc:spChg chg="add">
          <ac:chgData name="Ed Elowson" userId="e02f2ad9-260d-48b9-ae49-41519fd3a61b" providerId="ADAL" clId="{23F062E9-8A7E-4154-82CB-2E761C864A24}" dt="2026-05-09T21:42:54.791" v="133" actId="26606"/>
          <ac:spMkLst>
            <pc:docMk/>
            <pc:sldMk cId="859257220" sldId="259"/>
            <ac:spMk id="12" creationId="{CD9FE4EF-C4D8-49A0-B2FF-81D8DB7D8A24}"/>
          </ac:spMkLst>
        </pc:spChg>
        <pc:spChg chg="add">
          <ac:chgData name="Ed Elowson" userId="e02f2ad9-260d-48b9-ae49-41519fd3a61b" providerId="ADAL" clId="{23F062E9-8A7E-4154-82CB-2E761C864A24}" dt="2026-05-09T21:42:54.791" v="133" actId="26606"/>
          <ac:spMkLst>
            <pc:docMk/>
            <pc:sldMk cId="859257220" sldId="259"/>
            <ac:spMk id="14" creationId="{4300840D-0A0B-4512-BACA-B439D5B9C57C}"/>
          </ac:spMkLst>
        </pc:spChg>
        <pc:spChg chg="add">
          <ac:chgData name="Ed Elowson" userId="e02f2ad9-260d-48b9-ae49-41519fd3a61b" providerId="ADAL" clId="{23F062E9-8A7E-4154-82CB-2E761C864A24}" dt="2026-05-09T21:42:54.791" v="133" actId="26606"/>
          <ac:spMkLst>
            <pc:docMk/>
            <pc:sldMk cId="859257220" sldId="259"/>
            <ac:spMk id="16" creationId="{D2B78728-A580-49A7-84F9-6EF6F583ADE0}"/>
          </ac:spMkLst>
        </pc:spChg>
        <pc:spChg chg="add">
          <ac:chgData name="Ed Elowson" userId="e02f2ad9-260d-48b9-ae49-41519fd3a61b" providerId="ADAL" clId="{23F062E9-8A7E-4154-82CB-2E761C864A24}" dt="2026-05-09T21:42:54.791" v="133" actId="26606"/>
          <ac:spMkLst>
            <pc:docMk/>
            <pc:sldMk cId="859257220" sldId="259"/>
            <ac:spMk id="18" creationId="{38FAA1A1-D861-433F-88FA-1E9D6FD31D11}"/>
          </ac:spMkLst>
        </pc:spChg>
        <pc:spChg chg="add">
          <ac:chgData name="Ed Elowson" userId="e02f2ad9-260d-48b9-ae49-41519fd3a61b" providerId="ADAL" clId="{23F062E9-8A7E-4154-82CB-2E761C864A24}" dt="2026-05-09T21:42:54.791" v="133" actId="26606"/>
          <ac:spMkLst>
            <pc:docMk/>
            <pc:sldMk cId="859257220" sldId="259"/>
            <ac:spMk id="20" creationId="{8D71EDA1-87BF-4D5D-AB79-F346FD19278A}"/>
          </ac:spMkLst>
        </pc:spChg>
      </pc:sldChg>
      <pc:sldChg chg="addSp delSp modSp mod setBg">
        <pc:chgData name="Ed Elowson" userId="e02f2ad9-260d-48b9-ae49-41519fd3a61b" providerId="ADAL" clId="{23F062E9-8A7E-4154-82CB-2E761C864A24}" dt="2026-05-09T21:51:54.334" v="233" actId="26606"/>
        <pc:sldMkLst>
          <pc:docMk/>
          <pc:sldMk cId="4061176300" sldId="260"/>
        </pc:sldMkLst>
        <pc:spChg chg="del">
          <ac:chgData name="Ed Elowson" userId="e02f2ad9-260d-48b9-ae49-41519fd3a61b" providerId="ADAL" clId="{23F062E9-8A7E-4154-82CB-2E761C864A24}" dt="2026-05-09T21:51:40.362" v="228" actId="478"/>
          <ac:spMkLst>
            <pc:docMk/>
            <pc:sldMk cId="4061176300" sldId="260"/>
            <ac:spMk id="2" creationId="{005DC68E-CE7B-313E-8155-A112D49264F2}"/>
          </ac:spMkLst>
        </pc:spChg>
        <pc:spChg chg="del">
          <ac:chgData name="Ed Elowson" userId="e02f2ad9-260d-48b9-ae49-41519fd3a61b" providerId="ADAL" clId="{23F062E9-8A7E-4154-82CB-2E761C864A24}" dt="2026-05-09T21:51:16.242" v="227" actId="931"/>
          <ac:spMkLst>
            <pc:docMk/>
            <pc:sldMk cId="4061176300" sldId="260"/>
            <ac:spMk id="3" creationId="{85D5EDA5-8AF4-06F6-DA55-B70142EBCA82}"/>
          </ac:spMkLst>
        </pc:spChg>
        <pc:spChg chg="add del">
          <ac:chgData name="Ed Elowson" userId="e02f2ad9-260d-48b9-ae49-41519fd3a61b" providerId="ADAL" clId="{23F062E9-8A7E-4154-82CB-2E761C864A24}" dt="2026-05-09T21:50:36.704" v="226" actId="478"/>
          <ac:spMkLst>
            <pc:docMk/>
            <pc:sldMk cId="4061176300" sldId="260"/>
            <ac:spMk id="4" creationId="{B8E0122E-4909-8CCB-2921-64CD6EBEB607}"/>
          </ac:spMkLst>
        </pc:spChg>
        <pc:spChg chg="add">
          <ac:chgData name="Ed Elowson" userId="e02f2ad9-260d-48b9-ae49-41519fd3a61b" providerId="ADAL" clId="{23F062E9-8A7E-4154-82CB-2E761C864A24}" dt="2026-05-09T21:51:54.334" v="233" actId="26606"/>
          <ac:spMkLst>
            <pc:docMk/>
            <pc:sldMk cId="4061176300" sldId="260"/>
            <ac:spMk id="11" creationId="{DA2E7C1E-2B5A-4BBA-AE51-1CD8C19309D7}"/>
          </ac:spMkLst>
        </pc:spChg>
        <pc:spChg chg="add">
          <ac:chgData name="Ed Elowson" userId="e02f2ad9-260d-48b9-ae49-41519fd3a61b" providerId="ADAL" clId="{23F062E9-8A7E-4154-82CB-2E761C864A24}" dt="2026-05-09T21:51:54.334" v="233" actId="26606"/>
          <ac:spMkLst>
            <pc:docMk/>
            <pc:sldMk cId="4061176300" sldId="260"/>
            <ac:spMk id="13" creationId="{43DF76B1-5174-4FAF-9D19-FFEE98426836}"/>
          </ac:spMkLst>
        </pc:spChg>
        <pc:picChg chg="add mod">
          <ac:chgData name="Ed Elowson" userId="e02f2ad9-260d-48b9-ae49-41519fd3a61b" providerId="ADAL" clId="{23F062E9-8A7E-4154-82CB-2E761C864A24}" dt="2026-05-09T21:51:54.334" v="233" actId="26606"/>
          <ac:picMkLst>
            <pc:docMk/>
            <pc:sldMk cId="4061176300" sldId="260"/>
            <ac:picMk id="6" creationId="{1F0A2D0A-2F8D-4EF4-9BC4-819D8D2EDEA5}"/>
          </ac:picMkLst>
        </pc:picChg>
      </pc:sldChg>
      <pc:sldChg chg="addSp modSp add mod setBg">
        <pc:chgData name="Ed Elowson" userId="e02f2ad9-260d-48b9-ae49-41519fd3a61b" providerId="ADAL" clId="{23F062E9-8A7E-4154-82CB-2E761C864A24}" dt="2026-05-09T21:43:52.428" v="224" actId="26606"/>
        <pc:sldMkLst>
          <pc:docMk/>
          <pc:sldMk cId="2355473237" sldId="261"/>
        </pc:sldMkLst>
        <pc:spChg chg="mod">
          <ac:chgData name="Ed Elowson" userId="e02f2ad9-260d-48b9-ae49-41519fd3a61b" providerId="ADAL" clId="{23F062E9-8A7E-4154-82CB-2E761C864A24}" dt="2026-05-09T21:43:52.428" v="224" actId="26606"/>
          <ac:spMkLst>
            <pc:docMk/>
            <pc:sldMk cId="2355473237" sldId="261"/>
            <ac:spMk id="2" creationId="{03A30F5D-7185-F72E-48EE-7AFDBA6644A4}"/>
          </ac:spMkLst>
        </pc:spChg>
        <pc:spChg chg="mod">
          <ac:chgData name="Ed Elowson" userId="e02f2ad9-260d-48b9-ae49-41519fd3a61b" providerId="ADAL" clId="{23F062E9-8A7E-4154-82CB-2E761C864A24}" dt="2026-05-09T21:43:52.428" v="224" actId="26606"/>
          <ac:spMkLst>
            <pc:docMk/>
            <pc:sldMk cId="2355473237" sldId="261"/>
            <ac:spMk id="3" creationId="{89537278-8919-E601-92E0-04F1C917B591}"/>
          </ac:spMkLst>
        </pc:spChg>
        <pc:spChg chg="add">
          <ac:chgData name="Ed Elowson" userId="e02f2ad9-260d-48b9-ae49-41519fd3a61b" providerId="ADAL" clId="{23F062E9-8A7E-4154-82CB-2E761C864A24}" dt="2026-05-09T21:43:52.428" v="224" actId="26606"/>
          <ac:spMkLst>
            <pc:docMk/>
            <pc:sldMk cId="2355473237" sldId="261"/>
            <ac:spMk id="8" creationId="{09588DA8-065E-4F6F-8EFD-43104AB2E0CF}"/>
          </ac:spMkLst>
        </pc:spChg>
        <pc:spChg chg="add">
          <ac:chgData name="Ed Elowson" userId="e02f2ad9-260d-48b9-ae49-41519fd3a61b" providerId="ADAL" clId="{23F062E9-8A7E-4154-82CB-2E761C864A24}" dt="2026-05-09T21:43:52.428" v="224" actId="26606"/>
          <ac:spMkLst>
            <pc:docMk/>
            <pc:sldMk cId="2355473237" sldId="261"/>
            <ac:spMk id="10" creationId="{C4285719-470E-454C-AF62-8323075F1F5B}"/>
          </ac:spMkLst>
        </pc:spChg>
        <pc:spChg chg="add">
          <ac:chgData name="Ed Elowson" userId="e02f2ad9-260d-48b9-ae49-41519fd3a61b" providerId="ADAL" clId="{23F062E9-8A7E-4154-82CB-2E761C864A24}" dt="2026-05-09T21:43:52.428" v="224" actId="26606"/>
          <ac:spMkLst>
            <pc:docMk/>
            <pc:sldMk cId="2355473237" sldId="261"/>
            <ac:spMk id="12" creationId="{CD9FE4EF-C4D8-49A0-B2FF-81D8DB7D8A24}"/>
          </ac:spMkLst>
        </pc:spChg>
        <pc:spChg chg="add">
          <ac:chgData name="Ed Elowson" userId="e02f2ad9-260d-48b9-ae49-41519fd3a61b" providerId="ADAL" clId="{23F062E9-8A7E-4154-82CB-2E761C864A24}" dt="2026-05-09T21:43:52.428" v="224" actId="26606"/>
          <ac:spMkLst>
            <pc:docMk/>
            <pc:sldMk cId="2355473237" sldId="261"/>
            <ac:spMk id="14" creationId="{4300840D-0A0B-4512-BACA-B439D5B9C57C}"/>
          </ac:spMkLst>
        </pc:spChg>
        <pc:spChg chg="add">
          <ac:chgData name="Ed Elowson" userId="e02f2ad9-260d-48b9-ae49-41519fd3a61b" providerId="ADAL" clId="{23F062E9-8A7E-4154-82CB-2E761C864A24}" dt="2026-05-09T21:43:52.428" v="224" actId="26606"/>
          <ac:spMkLst>
            <pc:docMk/>
            <pc:sldMk cId="2355473237" sldId="261"/>
            <ac:spMk id="16" creationId="{D2B78728-A580-49A7-84F9-6EF6F583ADE0}"/>
          </ac:spMkLst>
        </pc:spChg>
        <pc:spChg chg="add">
          <ac:chgData name="Ed Elowson" userId="e02f2ad9-260d-48b9-ae49-41519fd3a61b" providerId="ADAL" clId="{23F062E9-8A7E-4154-82CB-2E761C864A24}" dt="2026-05-09T21:43:52.428" v="224" actId="26606"/>
          <ac:spMkLst>
            <pc:docMk/>
            <pc:sldMk cId="2355473237" sldId="261"/>
            <ac:spMk id="18" creationId="{38FAA1A1-D861-433F-88FA-1E9D6FD31D11}"/>
          </ac:spMkLst>
        </pc:spChg>
        <pc:spChg chg="add">
          <ac:chgData name="Ed Elowson" userId="e02f2ad9-260d-48b9-ae49-41519fd3a61b" providerId="ADAL" clId="{23F062E9-8A7E-4154-82CB-2E761C864A24}" dt="2026-05-09T21:43:52.428" v="224" actId="26606"/>
          <ac:spMkLst>
            <pc:docMk/>
            <pc:sldMk cId="2355473237" sldId="261"/>
            <ac:spMk id="20" creationId="{8D71EDA1-87BF-4D5D-AB79-F346FD19278A}"/>
          </ac:spMkLst>
        </pc:spChg>
      </pc:sldChg>
      <pc:sldChg chg="modSp del mod ord">
        <pc:chgData name="Ed Elowson" userId="e02f2ad9-260d-48b9-ae49-41519fd3a61b" providerId="ADAL" clId="{23F062E9-8A7E-4154-82CB-2E761C864A24}" dt="2026-05-09T21:40:15.173" v="71" actId="2696"/>
        <pc:sldMkLst>
          <pc:docMk/>
          <pc:sldMk cId="2957816779" sldId="261"/>
        </pc:sldMkLst>
        <pc:spChg chg="mod">
          <ac:chgData name="Ed Elowson" userId="e02f2ad9-260d-48b9-ae49-41519fd3a61b" providerId="ADAL" clId="{23F062E9-8A7E-4154-82CB-2E761C864A24}" dt="2026-05-09T21:39:41.122" v="0"/>
          <ac:spMkLst>
            <pc:docMk/>
            <pc:sldMk cId="2957816779" sldId="261"/>
            <ac:spMk id="2" creationId="{B8A0367D-7EC5-7D3C-75B5-F2EDCB318D4A}"/>
          </ac:spMkLst>
        </pc:spChg>
        <pc:spChg chg="mod">
          <ac:chgData name="Ed Elowson" userId="e02f2ad9-260d-48b9-ae49-41519fd3a61b" providerId="ADAL" clId="{23F062E9-8A7E-4154-82CB-2E761C864A24}" dt="2026-05-09T21:39:45.271" v="18" actId="20577"/>
          <ac:spMkLst>
            <pc:docMk/>
            <pc:sldMk cId="2957816779" sldId="261"/>
            <ac:spMk id="3" creationId="{8E7C58E9-04F6-2EE2-0117-127E88F10A56}"/>
          </ac:spMkLst>
        </pc:spChg>
      </pc:sldChg>
      <pc:sldChg chg="addSp modSp add mod setBg">
        <pc:chgData name="Ed Elowson" userId="e02f2ad9-260d-48b9-ae49-41519fd3a61b" providerId="ADAL" clId="{23F062E9-8A7E-4154-82CB-2E761C864A24}" dt="2026-05-09T21:43:19.055" v="168" actId="26606"/>
        <pc:sldMkLst>
          <pc:docMk/>
          <pc:sldMk cId="4205885759" sldId="262"/>
        </pc:sldMkLst>
        <pc:spChg chg="mod">
          <ac:chgData name="Ed Elowson" userId="e02f2ad9-260d-48b9-ae49-41519fd3a61b" providerId="ADAL" clId="{23F062E9-8A7E-4154-82CB-2E761C864A24}" dt="2026-05-09T21:43:19.055" v="168" actId="26606"/>
          <ac:spMkLst>
            <pc:docMk/>
            <pc:sldMk cId="4205885759" sldId="262"/>
            <ac:spMk id="2" creationId="{52C4536C-C612-20E4-8C2D-D2869B00691D}"/>
          </ac:spMkLst>
        </pc:spChg>
        <pc:spChg chg="mod">
          <ac:chgData name="Ed Elowson" userId="e02f2ad9-260d-48b9-ae49-41519fd3a61b" providerId="ADAL" clId="{23F062E9-8A7E-4154-82CB-2E761C864A24}" dt="2026-05-09T21:43:19.055" v="168" actId="26606"/>
          <ac:spMkLst>
            <pc:docMk/>
            <pc:sldMk cId="4205885759" sldId="262"/>
            <ac:spMk id="3" creationId="{0E689430-CA4A-C3C4-C0C0-244C4E696FA6}"/>
          </ac:spMkLst>
        </pc:spChg>
        <pc:spChg chg="add">
          <ac:chgData name="Ed Elowson" userId="e02f2ad9-260d-48b9-ae49-41519fd3a61b" providerId="ADAL" clId="{23F062E9-8A7E-4154-82CB-2E761C864A24}" dt="2026-05-09T21:43:19.055" v="168" actId="26606"/>
          <ac:spMkLst>
            <pc:docMk/>
            <pc:sldMk cId="4205885759" sldId="262"/>
            <ac:spMk id="8" creationId="{09588DA8-065E-4F6F-8EFD-43104AB2E0CF}"/>
          </ac:spMkLst>
        </pc:spChg>
        <pc:spChg chg="add">
          <ac:chgData name="Ed Elowson" userId="e02f2ad9-260d-48b9-ae49-41519fd3a61b" providerId="ADAL" clId="{23F062E9-8A7E-4154-82CB-2E761C864A24}" dt="2026-05-09T21:43:19.055" v="168" actId="26606"/>
          <ac:spMkLst>
            <pc:docMk/>
            <pc:sldMk cId="4205885759" sldId="262"/>
            <ac:spMk id="10" creationId="{C4285719-470E-454C-AF62-8323075F1F5B}"/>
          </ac:spMkLst>
        </pc:spChg>
        <pc:spChg chg="add">
          <ac:chgData name="Ed Elowson" userId="e02f2ad9-260d-48b9-ae49-41519fd3a61b" providerId="ADAL" clId="{23F062E9-8A7E-4154-82CB-2E761C864A24}" dt="2026-05-09T21:43:19.055" v="168" actId="26606"/>
          <ac:spMkLst>
            <pc:docMk/>
            <pc:sldMk cId="4205885759" sldId="262"/>
            <ac:spMk id="12" creationId="{CD9FE4EF-C4D8-49A0-B2FF-81D8DB7D8A24}"/>
          </ac:spMkLst>
        </pc:spChg>
        <pc:spChg chg="add">
          <ac:chgData name="Ed Elowson" userId="e02f2ad9-260d-48b9-ae49-41519fd3a61b" providerId="ADAL" clId="{23F062E9-8A7E-4154-82CB-2E761C864A24}" dt="2026-05-09T21:43:19.055" v="168" actId="26606"/>
          <ac:spMkLst>
            <pc:docMk/>
            <pc:sldMk cId="4205885759" sldId="262"/>
            <ac:spMk id="14" creationId="{4300840D-0A0B-4512-BACA-B439D5B9C57C}"/>
          </ac:spMkLst>
        </pc:spChg>
        <pc:spChg chg="add">
          <ac:chgData name="Ed Elowson" userId="e02f2ad9-260d-48b9-ae49-41519fd3a61b" providerId="ADAL" clId="{23F062E9-8A7E-4154-82CB-2E761C864A24}" dt="2026-05-09T21:43:19.055" v="168" actId="26606"/>
          <ac:spMkLst>
            <pc:docMk/>
            <pc:sldMk cId="4205885759" sldId="262"/>
            <ac:spMk id="16" creationId="{D2B78728-A580-49A7-84F9-6EF6F583ADE0}"/>
          </ac:spMkLst>
        </pc:spChg>
        <pc:spChg chg="add">
          <ac:chgData name="Ed Elowson" userId="e02f2ad9-260d-48b9-ae49-41519fd3a61b" providerId="ADAL" clId="{23F062E9-8A7E-4154-82CB-2E761C864A24}" dt="2026-05-09T21:43:19.055" v="168" actId="26606"/>
          <ac:spMkLst>
            <pc:docMk/>
            <pc:sldMk cId="4205885759" sldId="262"/>
            <ac:spMk id="18" creationId="{38FAA1A1-D861-433F-88FA-1E9D6FD31D11}"/>
          </ac:spMkLst>
        </pc:spChg>
        <pc:spChg chg="add">
          <ac:chgData name="Ed Elowson" userId="e02f2ad9-260d-48b9-ae49-41519fd3a61b" providerId="ADAL" clId="{23F062E9-8A7E-4154-82CB-2E761C864A24}" dt="2026-05-09T21:43:19.055" v="168" actId="26606"/>
          <ac:spMkLst>
            <pc:docMk/>
            <pc:sldMk cId="4205885759" sldId="262"/>
            <ac:spMk id="20" creationId="{8D71EDA1-87BF-4D5D-AB79-F346FD19278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433AD-BF71-94DC-DFB5-490ED932CA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68F386-A1D9-0529-C2D3-F4DF78B15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E34612-69C4-77C8-3FEE-8A77F170BDD4}"/>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282247FD-6DE0-F019-B671-84162D828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D9599-0C2A-10FE-86BA-67AD068DD3BD}"/>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1144926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83BA9-1324-B476-4C2B-6D22E27688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05A7CD-F050-0206-8CD3-7727E57E8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0F6DC2-A2FA-EFE4-2BA7-D15DD66F551B}"/>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E1ECB734-159A-7F24-7E35-A63F826195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D4619-8027-F844-B0EA-363F5F2065B1}"/>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2270233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D7A7-3417-6528-0A95-D87BC7BC1C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A04FB-5717-66D7-347E-EC1AD96DCA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9A7085-459F-AFCB-52BA-C016278ADCB3}"/>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EF690458-A002-1B83-8B3B-67BADC3B1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C764D1-CF17-6D59-19FF-B8438A357DD9}"/>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3566433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997D-BA5B-1C84-F6D8-4448B437C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BA610E-FAE4-7CA4-7A16-51410C3D8A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25F042-ED5A-B2EA-297D-E2ED64834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8AA7AC-53C8-02FA-9E98-2AB54B3B528F}"/>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6" name="Footer Placeholder 5">
            <a:extLst>
              <a:ext uri="{FF2B5EF4-FFF2-40B4-BE49-F238E27FC236}">
                <a16:creationId xmlns:a16="http://schemas.microsoft.com/office/drawing/2014/main" id="{9F3AE85F-CB00-5290-F177-E91DA1830C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5AB502-4B30-0077-1777-2A8F40F030C7}"/>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42002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4E03C-F001-07B0-F9F8-5D77E3D0E4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9C0909-7685-A9E3-DD32-7C8C9B2C0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061B86-FF09-D644-F19E-BAA173EEF9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CE4E23-66F4-3D84-3F92-07845D52C0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623E7-B936-FBC0-F1DE-30F78226DB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DFD2F3-997E-538B-DF48-0743DAD69B73}"/>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8" name="Footer Placeholder 7">
            <a:extLst>
              <a:ext uri="{FF2B5EF4-FFF2-40B4-BE49-F238E27FC236}">
                <a16:creationId xmlns:a16="http://schemas.microsoft.com/office/drawing/2014/main" id="{B30726DD-7CA9-57F2-C944-754C1FAAF8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00649-524C-6A0F-D8BE-9CC03A71F088}"/>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2590166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55C94-94C1-408E-BCBF-D65A61978C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B18538-A31B-6F7C-5242-8C54D8C6F38F}"/>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4" name="Footer Placeholder 3">
            <a:extLst>
              <a:ext uri="{FF2B5EF4-FFF2-40B4-BE49-F238E27FC236}">
                <a16:creationId xmlns:a16="http://schemas.microsoft.com/office/drawing/2014/main" id="{0AC0B023-E8C0-60DE-66BB-C12C74815E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ED4163-AFA3-2544-F2B3-AC87588D68D3}"/>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3317293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D27B1-C88E-B4D8-D79A-835367FD9773}"/>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3" name="Footer Placeholder 2">
            <a:extLst>
              <a:ext uri="{FF2B5EF4-FFF2-40B4-BE49-F238E27FC236}">
                <a16:creationId xmlns:a16="http://schemas.microsoft.com/office/drawing/2014/main" id="{93720EE5-68BC-CE78-32EE-75B2B90C6D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BC3D9-A434-A421-19B5-402CF8B4AA3B}"/>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820203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AF56-A2AB-7BB8-465D-398128A2E3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7BC236-F2A0-75CB-8A9D-CE5AB5B86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55904F-738C-1520-07D2-A3E5A0B16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F7E8B-AE06-6E41-9C15-DB6476AD4C10}"/>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6" name="Footer Placeholder 5">
            <a:extLst>
              <a:ext uri="{FF2B5EF4-FFF2-40B4-BE49-F238E27FC236}">
                <a16:creationId xmlns:a16="http://schemas.microsoft.com/office/drawing/2014/main" id="{E6CAE0ED-AC11-8B46-BF39-BDE8C4FF4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547E67-89BA-9653-54BE-D5F153398B65}"/>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1279902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39AFB-14E7-D63E-8E18-3EC546F27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9B049E-B821-7FA3-BA79-F7A0DCB8E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B9110F-8885-8B83-2039-9DA76C2F5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B306F-9334-06D1-A33C-EC09DD4314C2}"/>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6" name="Footer Placeholder 5">
            <a:extLst>
              <a:ext uri="{FF2B5EF4-FFF2-40B4-BE49-F238E27FC236}">
                <a16:creationId xmlns:a16="http://schemas.microsoft.com/office/drawing/2014/main" id="{26418682-6B6D-F2E8-209D-11B5A83B01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081899-6E42-53A9-7467-45F99E848264}"/>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3286334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6AA40-9F6C-2E45-7187-D477141BC8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402DE0-07BD-F5B7-F4B8-15119DAD90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7DEB7-AA6C-D944-71CC-427D0CA9AE32}"/>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860D975C-B39A-452D-F2B2-A121BF1816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D3C3F-B96B-4A07-524F-95D389DBD30B}"/>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194828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F64B5D-AF18-D8F1-980D-CB80480255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7D004B-FE6C-95E2-3FA1-772DA32882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221B7-CE0B-27D1-9DA9-B3FEE74197C9}"/>
              </a:ext>
            </a:extLst>
          </p:cNvPr>
          <p:cNvSpPr>
            <a:spLocks noGrp="1"/>
          </p:cNvSpPr>
          <p:nvPr>
            <p:ph type="dt" sz="half" idx="10"/>
          </p:nvPr>
        </p:nvSpPr>
        <p:spPr/>
        <p:txBody>
          <a:body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BCC1E879-31FB-6A64-AE39-A52862D73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742EFA-2B41-36C8-E4AB-2E2F97D18199}"/>
              </a:ext>
            </a:extLst>
          </p:cNvPr>
          <p:cNvSpPr>
            <a:spLocks noGrp="1"/>
          </p:cNvSpPr>
          <p:nvPr>
            <p:ph type="sldNum" sz="quarter" idx="12"/>
          </p:nvPr>
        </p:nvSpPr>
        <p:spPr/>
        <p:txBody>
          <a:bodyPr/>
          <a:lstStyle/>
          <a:p>
            <a:fld id="{6722E542-5DEB-416F-ACB5-27E1BB0E04C7}" type="slidenum">
              <a:rPr lang="en-US" smtClean="0"/>
              <a:t>‹#›</a:t>
            </a:fld>
            <a:endParaRPr lang="en-US"/>
          </a:p>
        </p:txBody>
      </p:sp>
    </p:spTree>
    <p:extLst>
      <p:ext uri="{BB962C8B-B14F-4D97-AF65-F5344CB8AC3E}">
        <p14:creationId xmlns:p14="http://schemas.microsoft.com/office/powerpoint/2010/main" val="403227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715823-0AC4-4E02-9DD8-A1BC19C1D5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75F6C1-2AD4-E027-438E-E5D3740730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A66E3-7FED-0A7B-14B8-3A6559A7B6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774510-F313-4089-B213-CA122AD846AA}" type="datetimeFigureOut">
              <a:rPr lang="en-US" smtClean="0"/>
              <a:t>5/9/2026</a:t>
            </a:fld>
            <a:endParaRPr lang="en-US"/>
          </a:p>
        </p:txBody>
      </p:sp>
      <p:sp>
        <p:nvSpPr>
          <p:cNvPr id="5" name="Footer Placeholder 4">
            <a:extLst>
              <a:ext uri="{FF2B5EF4-FFF2-40B4-BE49-F238E27FC236}">
                <a16:creationId xmlns:a16="http://schemas.microsoft.com/office/drawing/2014/main" id="{D2AFB43E-A549-2BBD-885C-41289032EC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42D93A-D8A3-DDBF-CE98-41DE77B6B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22E542-5DEB-416F-ACB5-27E1BB0E04C7}" type="slidenum">
              <a:rPr lang="en-US" smtClean="0"/>
              <a:t>‹#›</a:t>
            </a:fld>
            <a:endParaRPr lang="en-US"/>
          </a:p>
        </p:txBody>
      </p:sp>
    </p:spTree>
    <p:extLst>
      <p:ext uri="{BB962C8B-B14F-4D97-AF65-F5344CB8AC3E}">
        <p14:creationId xmlns:p14="http://schemas.microsoft.com/office/powerpoint/2010/main" val="53095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EB3645-26C6-BED6-BE86-72CB2C3941D5}"/>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Transforming procurement functions for an AI-driven world</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08D432C-0C30-1139-C749-E441ADAA28FE}"/>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Week 13 Ed Elowson Procurement and Supply Chain </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2890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A8022EB-6F92-7648-EFDB-F344C20FE93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Screenshot </a:t>
            </a:r>
          </a:p>
        </p:txBody>
      </p:sp>
      <p:pic>
        <p:nvPicPr>
          <p:cNvPr id="5" name="Content Placeholder 4">
            <a:extLst>
              <a:ext uri="{FF2B5EF4-FFF2-40B4-BE49-F238E27FC236}">
                <a16:creationId xmlns:a16="http://schemas.microsoft.com/office/drawing/2014/main" id="{33F56769-1FA1-C45F-978D-7340CB38FA8A}"/>
              </a:ext>
            </a:extLst>
          </p:cNvPr>
          <p:cNvPicPr>
            <a:picLocks noGrp="1" noChangeAspect="1"/>
          </p:cNvPicPr>
          <p:nvPr>
            <p:ph idx="1"/>
          </p:nvPr>
        </p:nvPicPr>
        <p:blipFill>
          <a:blip r:embed="rId2"/>
          <a:stretch>
            <a:fillRect/>
          </a:stretch>
        </p:blipFill>
        <p:spPr>
          <a:xfrm>
            <a:off x="4502428" y="1089665"/>
            <a:ext cx="7225748" cy="4678670"/>
          </a:xfrm>
          <a:prstGeom prst="rect">
            <a:avLst/>
          </a:prstGeom>
        </p:spPr>
      </p:pic>
    </p:spTree>
    <p:extLst>
      <p:ext uri="{BB962C8B-B14F-4D97-AF65-F5344CB8AC3E}">
        <p14:creationId xmlns:p14="http://schemas.microsoft.com/office/powerpoint/2010/main" val="394579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334259-CE3F-114F-7C17-156282DA1E8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985367-0D66-4C15-93A8-99C99BE8766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Link To The Source </a:t>
            </a:r>
          </a:p>
        </p:txBody>
      </p:sp>
      <p:sp>
        <p:nvSpPr>
          <p:cNvPr id="3" name="Content Placeholder 2">
            <a:extLst>
              <a:ext uri="{FF2B5EF4-FFF2-40B4-BE49-F238E27FC236}">
                <a16:creationId xmlns:a16="http://schemas.microsoft.com/office/drawing/2014/main" id="{981EA168-6E9E-198A-B7F3-D1FC22ABFBFB}"/>
              </a:ext>
            </a:extLst>
          </p:cNvPr>
          <p:cNvSpPr>
            <a:spLocks noGrp="1"/>
          </p:cNvSpPr>
          <p:nvPr>
            <p:ph idx="1"/>
          </p:nvPr>
        </p:nvSpPr>
        <p:spPr>
          <a:xfrm>
            <a:off x="4810259" y="649480"/>
            <a:ext cx="6555347" cy="5546047"/>
          </a:xfrm>
        </p:spPr>
        <p:txBody>
          <a:bodyPr anchor="ctr">
            <a:normAutofit/>
          </a:bodyPr>
          <a:lstStyle/>
          <a:p>
            <a:r>
              <a:rPr lang="en-US" sz="2000"/>
              <a:t>https://www.mckinsey.com/capabilities/operations/our-insights/transforming-procurement-functions-for-an-ai-driven-world</a:t>
            </a:r>
          </a:p>
        </p:txBody>
      </p:sp>
    </p:spTree>
    <p:extLst>
      <p:ext uri="{BB962C8B-B14F-4D97-AF65-F5344CB8AC3E}">
        <p14:creationId xmlns:p14="http://schemas.microsoft.com/office/powerpoint/2010/main" val="1433819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EC1D81-7672-CA98-13CF-1B7DF23A4F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D93523-31AB-5AA9-E916-542453AC65B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Main Findings </a:t>
            </a:r>
          </a:p>
        </p:txBody>
      </p:sp>
      <p:sp>
        <p:nvSpPr>
          <p:cNvPr id="3" name="Content Placeholder 2">
            <a:extLst>
              <a:ext uri="{FF2B5EF4-FFF2-40B4-BE49-F238E27FC236}">
                <a16:creationId xmlns:a16="http://schemas.microsoft.com/office/drawing/2014/main" id="{A5AAD43F-515A-E097-B4E4-547051753868}"/>
              </a:ext>
            </a:extLst>
          </p:cNvPr>
          <p:cNvSpPr>
            <a:spLocks noGrp="1"/>
          </p:cNvSpPr>
          <p:nvPr>
            <p:ph idx="1"/>
          </p:nvPr>
        </p:nvSpPr>
        <p:spPr>
          <a:xfrm>
            <a:off x="4810259" y="649480"/>
            <a:ext cx="6555347" cy="5546047"/>
          </a:xfrm>
        </p:spPr>
        <p:txBody>
          <a:bodyPr anchor="ctr">
            <a:normAutofit/>
          </a:bodyPr>
          <a:lstStyle/>
          <a:p>
            <a:r>
              <a:rPr lang="en-US" sz="2000"/>
              <a:t>The article argues that procurement is being fundamentally reshaped by two converging forces: economic volatility and rapid advances in generative and agentic AI. Procurement teams are managing significantly more spend with leaner teams than they did five years ago, which is pushing organizations to automate transactional work and shift human talent toward strategic functions like supplier relationships, category strategy, and risk management. The strongest-performing organizations are separating strategic and transactional procurement, building centers of excellence (COEs), and investing in digital tools like procure-to-pay systems, e-sourcing platforms, and AI-powered analytics. McKinsey’s core finding is that AI agents could improve procurement efficiency by 25–40%, while also uncovering substantial savings through spend visibility, contract compliance, and supplier optimization.</a:t>
            </a:r>
          </a:p>
        </p:txBody>
      </p:sp>
    </p:spTree>
    <p:extLst>
      <p:ext uri="{BB962C8B-B14F-4D97-AF65-F5344CB8AC3E}">
        <p14:creationId xmlns:p14="http://schemas.microsoft.com/office/powerpoint/2010/main" val="859257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25EE86-E631-26B4-8EA1-BA8BBA6DD7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C4536C-C612-20E4-8C2D-D2869B00691D}"/>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Broader Implications for Society</a:t>
            </a:r>
          </a:p>
        </p:txBody>
      </p:sp>
      <p:sp>
        <p:nvSpPr>
          <p:cNvPr id="3" name="Content Placeholder 2">
            <a:extLst>
              <a:ext uri="{FF2B5EF4-FFF2-40B4-BE49-F238E27FC236}">
                <a16:creationId xmlns:a16="http://schemas.microsoft.com/office/drawing/2014/main" id="{0E689430-CA4A-C3C4-C0C0-244C4E696FA6}"/>
              </a:ext>
            </a:extLst>
          </p:cNvPr>
          <p:cNvSpPr>
            <a:spLocks noGrp="1"/>
          </p:cNvSpPr>
          <p:nvPr>
            <p:ph idx="1"/>
          </p:nvPr>
        </p:nvSpPr>
        <p:spPr>
          <a:xfrm>
            <a:off x="4810259" y="649480"/>
            <a:ext cx="6555347" cy="5546047"/>
          </a:xfrm>
        </p:spPr>
        <p:txBody>
          <a:bodyPr anchor="ctr">
            <a:normAutofit/>
          </a:bodyPr>
          <a:lstStyle/>
          <a:p>
            <a:r>
              <a:rPr lang="en-US" sz="2000"/>
              <a:t>At a societal level, this shift reflects a broader transformation of knowledge work, where AI is increasingly becoming a collaborative “digital coworker” rather than just a software tool. That could improve productivity, reduce waste, and lower costs across industries, ultimately affecting the prices consumers pay and the resilience of supply chains. However, it also changes workforce dynamics: repetitive administrative roles may shrink while demand grows for strategic, analytical, and relationship-driven skills. This could widen skill gaps in the labor market and increase pressure on education and workforce development systems to retrain professionals for AI-augmented roles. It also raises governance questions around transparency, supplier fairness, and overreliance on algorithmic decision-making.</a:t>
            </a:r>
          </a:p>
        </p:txBody>
      </p:sp>
    </p:spTree>
    <p:extLst>
      <p:ext uri="{BB962C8B-B14F-4D97-AF65-F5344CB8AC3E}">
        <p14:creationId xmlns:p14="http://schemas.microsoft.com/office/powerpoint/2010/main" val="420588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4DC121-D7BA-DD3D-D0C4-D7D778A587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A30F5D-7185-F72E-48EE-7AFDBA6644A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Relevance To The Construction Industry</a:t>
            </a:r>
          </a:p>
        </p:txBody>
      </p:sp>
      <p:sp>
        <p:nvSpPr>
          <p:cNvPr id="3" name="Content Placeholder 2">
            <a:extLst>
              <a:ext uri="{FF2B5EF4-FFF2-40B4-BE49-F238E27FC236}">
                <a16:creationId xmlns:a16="http://schemas.microsoft.com/office/drawing/2014/main" id="{89537278-8919-E601-92E0-04F1C917B591}"/>
              </a:ext>
            </a:extLst>
          </p:cNvPr>
          <p:cNvSpPr>
            <a:spLocks noGrp="1"/>
          </p:cNvSpPr>
          <p:nvPr>
            <p:ph idx="1"/>
          </p:nvPr>
        </p:nvSpPr>
        <p:spPr>
          <a:xfrm>
            <a:off x="4810259" y="649480"/>
            <a:ext cx="6555347" cy="5546047"/>
          </a:xfrm>
        </p:spPr>
        <p:txBody>
          <a:bodyPr anchor="ctr">
            <a:normAutofit/>
          </a:bodyPr>
          <a:lstStyle/>
          <a:p>
            <a:r>
              <a:rPr lang="en-US" sz="1900"/>
              <a:t>For construction, the implications are especially significant because procurement directly affects project timelines, labor coordination, and material cost volatility. Construction procurement has traditionally been fragmented, reactive, and highly manual, with large exposure to supplier delays, price swings, and change orders. AI-enabled procurement could help contractors and developers forecast material needs, compare supplier pricing in real time, flag contract leakage, and reduce procurement delays on critical-path items like steel, concrete, electrical gear, and HVAC systems. In an industry where margins are often tight and schedules drive profitability, moving procurement from an administrative function to a strategic cost-control and risk-management function could materially improve project delivery, reduce overruns, and strengthen supply-chain resilience—especially as construction faces labor shortages and infrastructure demand continues to rise.</a:t>
            </a:r>
          </a:p>
          <a:p>
            <a:r>
              <a:rPr lang="en-US" sz="1900"/>
              <a:t> </a:t>
            </a:r>
          </a:p>
          <a:p>
            <a:endParaRPr lang="en-US" sz="1900"/>
          </a:p>
        </p:txBody>
      </p:sp>
    </p:spTree>
    <p:extLst>
      <p:ext uri="{BB962C8B-B14F-4D97-AF65-F5344CB8AC3E}">
        <p14:creationId xmlns:p14="http://schemas.microsoft.com/office/powerpoint/2010/main" val="2355473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FE14A0-EFF7-BAFB-9BF7-A097B76C637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A2E7C1E-2B5A-4BBA-AE51-1CD8C1930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6">
            <a:extLst>
              <a:ext uri="{FF2B5EF4-FFF2-40B4-BE49-F238E27FC236}">
                <a16:creationId xmlns:a16="http://schemas.microsoft.com/office/drawing/2014/main" id="{43DF76B1-5174-4FAF-9D19-FFEE984268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0 h 5416094"/>
              <a:gd name="csX1" fmla="*/ 552069 w 10515600"/>
              <a:gd name="csY1" fmla="*/ 0 h 5416094"/>
              <a:gd name="csX2" fmla="*/ 893826 w 10515600"/>
              <a:gd name="csY2" fmla="*/ 0 h 5416094"/>
              <a:gd name="csX3" fmla="*/ 1761363 w 10515600"/>
              <a:gd name="csY3" fmla="*/ 0 h 5416094"/>
              <a:gd name="csX4" fmla="*/ 2313432 w 10515600"/>
              <a:gd name="csY4" fmla="*/ 0 h 5416094"/>
              <a:gd name="csX5" fmla="*/ 2865501 w 10515600"/>
              <a:gd name="csY5" fmla="*/ 0 h 5416094"/>
              <a:gd name="csX6" fmla="*/ 3733038 w 10515600"/>
              <a:gd name="csY6" fmla="*/ 0 h 5416094"/>
              <a:gd name="csX7" fmla="*/ 4179951 w 10515600"/>
              <a:gd name="csY7" fmla="*/ 0 h 5416094"/>
              <a:gd name="csX8" fmla="*/ 5047488 w 10515600"/>
              <a:gd name="csY8" fmla="*/ 0 h 5416094"/>
              <a:gd name="csX9" fmla="*/ 5915025 w 10515600"/>
              <a:gd name="csY9" fmla="*/ 0 h 5416094"/>
              <a:gd name="csX10" fmla="*/ 6572250 w 10515600"/>
              <a:gd name="csY10" fmla="*/ 0 h 5416094"/>
              <a:gd name="csX11" fmla="*/ 7439787 w 10515600"/>
              <a:gd name="csY11" fmla="*/ 0 h 5416094"/>
              <a:gd name="csX12" fmla="*/ 7991856 w 10515600"/>
              <a:gd name="csY12" fmla="*/ 0 h 5416094"/>
              <a:gd name="csX13" fmla="*/ 8543925 w 10515600"/>
              <a:gd name="csY13" fmla="*/ 0 h 5416094"/>
              <a:gd name="csX14" fmla="*/ 9306306 w 10515600"/>
              <a:gd name="csY14" fmla="*/ 0 h 5416094"/>
              <a:gd name="csX15" fmla="*/ 9858375 w 10515600"/>
              <a:gd name="csY15" fmla="*/ 0 h 5416094"/>
              <a:gd name="csX16" fmla="*/ 10515600 w 10515600"/>
              <a:gd name="csY16" fmla="*/ 0 h 5416094"/>
              <a:gd name="csX17" fmla="*/ 10515600 w 10515600"/>
              <a:gd name="csY17" fmla="*/ 785334 h 5416094"/>
              <a:gd name="csX18" fmla="*/ 10515600 w 10515600"/>
              <a:gd name="csY18" fmla="*/ 1516506 h 5416094"/>
              <a:gd name="csX19" fmla="*/ 10515600 w 10515600"/>
              <a:gd name="csY19" fmla="*/ 2247679 h 5416094"/>
              <a:gd name="csX20" fmla="*/ 10515600 w 10515600"/>
              <a:gd name="csY20" fmla="*/ 2762208 h 5416094"/>
              <a:gd name="csX21" fmla="*/ 10515600 w 10515600"/>
              <a:gd name="csY21" fmla="*/ 3330898 h 5416094"/>
              <a:gd name="csX22" fmla="*/ 10515600 w 10515600"/>
              <a:gd name="csY22" fmla="*/ 4062071 h 5416094"/>
              <a:gd name="csX23" fmla="*/ 10515600 w 10515600"/>
              <a:gd name="csY23" fmla="*/ 4684921 h 5416094"/>
              <a:gd name="csX24" fmla="*/ 10515600 w 10515600"/>
              <a:gd name="csY24" fmla="*/ 5416094 h 5416094"/>
              <a:gd name="csX25" fmla="*/ 9753219 w 10515600"/>
              <a:gd name="csY25" fmla="*/ 5416094 h 5416094"/>
              <a:gd name="csX26" fmla="*/ 9411462 w 10515600"/>
              <a:gd name="csY26" fmla="*/ 5416094 h 5416094"/>
              <a:gd name="csX27" fmla="*/ 8754237 w 10515600"/>
              <a:gd name="csY27" fmla="*/ 5416094 h 5416094"/>
              <a:gd name="csX28" fmla="*/ 8307324 w 10515600"/>
              <a:gd name="csY28" fmla="*/ 5416094 h 5416094"/>
              <a:gd name="csX29" fmla="*/ 7544943 w 10515600"/>
              <a:gd name="csY29" fmla="*/ 5416094 h 5416094"/>
              <a:gd name="csX30" fmla="*/ 7098030 w 10515600"/>
              <a:gd name="csY30" fmla="*/ 5416094 h 5416094"/>
              <a:gd name="csX31" fmla="*/ 6335649 w 10515600"/>
              <a:gd name="csY31" fmla="*/ 5416094 h 5416094"/>
              <a:gd name="csX32" fmla="*/ 5993892 w 10515600"/>
              <a:gd name="csY32" fmla="*/ 5416094 h 5416094"/>
              <a:gd name="csX33" fmla="*/ 5231511 w 10515600"/>
              <a:gd name="csY33" fmla="*/ 5416094 h 5416094"/>
              <a:gd name="csX34" fmla="*/ 4784598 w 10515600"/>
              <a:gd name="csY34" fmla="*/ 5416094 h 5416094"/>
              <a:gd name="csX35" fmla="*/ 4442841 w 10515600"/>
              <a:gd name="csY35" fmla="*/ 5416094 h 5416094"/>
              <a:gd name="csX36" fmla="*/ 3995928 w 10515600"/>
              <a:gd name="csY36" fmla="*/ 5416094 h 5416094"/>
              <a:gd name="csX37" fmla="*/ 3233547 w 10515600"/>
              <a:gd name="csY37" fmla="*/ 5416094 h 5416094"/>
              <a:gd name="csX38" fmla="*/ 2786634 w 10515600"/>
              <a:gd name="csY38" fmla="*/ 5416094 h 5416094"/>
              <a:gd name="csX39" fmla="*/ 2444877 w 10515600"/>
              <a:gd name="csY39" fmla="*/ 5416094 h 5416094"/>
              <a:gd name="csX40" fmla="*/ 1997964 w 10515600"/>
              <a:gd name="csY40" fmla="*/ 5416094 h 5416094"/>
              <a:gd name="csX41" fmla="*/ 1445895 w 10515600"/>
              <a:gd name="csY41" fmla="*/ 5416094 h 5416094"/>
              <a:gd name="csX42" fmla="*/ 788670 w 10515600"/>
              <a:gd name="csY42" fmla="*/ 5416094 h 5416094"/>
              <a:gd name="csX43" fmla="*/ 0 w 10515600"/>
              <a:gd name="csY43" fmla="*/ 5416094 h 5416094"/>
              <a:gd name="csX44" fmla="*/ 0 w 10515600"/>
              <a:gd name="csY44" fmla="*/ 4630760 h 5416094"/>
              <a:gd name="csX45" fmla="*/ 0 w 10515600"/>
              <a:gd name="csY45" fmla="*/ 3953749 h 5416094"/>
              <a:gd name="csX46" fmla="*/ 0 w 10515600"/>
              <a:gd name="csY46" fmla="*/ 3276737 h 5416094"/>
              <a:gd name="csX47" fmla="*/ 0 w 10515600"/>
              <a:gd name="csY47" fmla="*/ 2599725 h 5416094"/>
              <a:gd name="csX48" fmla="*/ 0 w 10515600"/>
              <a:gd name="csY48" fmla="*/ 1922713 h 5416094"/>
              <a:gd name="csX49" fmla="*/ 0 w 10515600"/>
              <a:gd name="csY49" fmla="*/ 1299863 h 5416094"/>
              <a:gd name="csX50" fmla="*/ 0 w 10515600"/>
              <a:gd name="csY50" fmla="*/ 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1F0A2D0A-2F8D-4EF4-9BC4-819D8D2EDE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99557" y="914400"/>
            <a:ext cx="3316686" cy="4968819"/>
          </a:xfrm>
          <a:prstGeom prst="rect">
            <a:avLst/>
          </a:prstGeom>
        </p:spPr>
      </p:pic>
    </p:spTree>
    <p:extLst>
      <p:ext uri="{BB962C8B-B14F-4D97-AF65-F5344CB8AC3E}">
        <p14:creationId xmlns:p14="http://schemas.microsoft.com/office/powerpoint/2010/main" val="4061176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449</Words>
  <Application>Microsoft Office PowerPoint</Application>
  <PresentationFormat>Widescreen</PresentationFormat>
  <Paragraphs>12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Transforming procurement functions for an AI-driven world</vt:lpstr>
      <vt:lpstr>Screenshot </vt:lpstr>
      <vt:lpstr>Link To The Source </vt:lpstr>
      <vt:lpstr>Main Findings </vt:lpstr>
      <vt:lpstr>Broader Implications for Society</vt:lpstr>
      <vt:lpstr>Relevance To The Construction Industry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2026-05-09T21:37:31Z</dcterms:created>
  <dcterms:modified xsi:type="dcterms:W3CDTF">2026-05-09T21:51:57Z</dcterms:modified>
</cp:coreProperties>
</file>