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0"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450859-0A99-44E2-A8F4-4B09293EB32C}" v="7" dt="2026-05-09T21:33:26.8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0" autoAdjust="0"/>
    <p:restoredTop sz="94660"/>
  </p:normalViewPr>
  <p:slideViewPr>
    <p:cSldViewPr snapToGrid="0">
      <p:cViewPr>
        <p:scale>
          <a:sx n="76" d="100"/>
          <a:sy n="76" d="100"/>
        </p:scale>
        <p:origin x="36" y="4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 Elowson" userId="e02f2ad9-260d-48b9-ae49-41519fd3a61b" providerId="ADAL" clId="{23F062E9-8A7E-4154-82CB-2E761C864A24}"/>
    <pc:docChg chg="custSel addSld modSld">
      <pc:chgData name="Ed Elowson" userId="e02f2ad9-260d-48b9-ae49-41519fd3a61b" providerId="ADAL" clId="{23F062E9-8A7E-4154-82CB-2E761C864A24}" dt="2026-05-09T21:33:42.473" v="27" actId="26606"/>
      <pc:docMkLst>
        <pc:docMk/>
      </pc:docMkLst>
      <pc:sldChg chg="addSp modSp mod setBg">
        <pc:chgData name="Ed Elowson" userId="e02f2ad9-260d-48b9-ae49-41519fd3a61b" providerId="ADAL" clId="{23F062E9-8A7E-4154-82CB-2E761C864A24}" dt="2026-05-09T20:43:29.613" v="1" actId="26606"/>
        <pc:sldMkLst>
          <pc:docMk/>
          <pc:sldMk cId="3668272228" sldId="256"/>
        </pc:sldMkLst>
        <pc:spChg chg="mod">
          <ac:chgData name="Ed Elowson" userId="e02f2ad9-260d-48b9-ae49-41519fd3a61b" providerId="ADAL" clId="{23F062E9-8A7E-4154-82CB-2E761C864A24}" dt="2026-05-09T20:43:29.613" v="1" actId="26606"/>
          <ac:spMkLst>
            <pc:docMk/>
            <pc:sldMk cId="3668272228" sldId="256"/>
            <ac:spMk id="2" creationId="{D9F5248F-0169-6856-2A5B-2046758885CC}"/>
          </ac:spMkLst>
        </pc:spChg>
        <pc:spChg chg="mod">
          <ac:chgData name="Ed Elowson" userId="e02f2ad9-260d-48b9-ae49-41519fd3a61b" providerId="ADAL" clId="{23F062E9-8A7E-4154-82CB-2E761C864A24}" dt="2026-05-09T20:43:29.613" v="1" actId="26606"/>
          <ac:spMkLst>
            <pc:docMk/>
            <pc:sldMk cId="3668272228" sldId="256"/>
            <ac:spMk id="3" creationId="{8523AE98-E1CF-96E6-D90B-D1B6D64A6BF0}"/>
          </ac:spMkLst>
        </pc:spChg>
        <pc:spChg chg="add">
          <ac:chgData name="Ed Elowson" userId="e02f2ad9-260d-48b9-ae49-41519fd3a61b" providerId="ADAL" clId="{23F062E9-8A7E-4154-82CB-2E761C864A24}" dt="2026-05-09T20:43:29.613" v="1" actId="26606"/>
          <ac:spMkLst>
            <pc:docMk/>
            <pc:sldMk cId="3668272228" sldId="256"/>
            <ac:spMk id="8" creationId="{C7D023E4-8DE1-436E-9847-ED6A4B4B04FD}"/>
          </ac:spMkLst>
        </pc:spChg>
        <pc:spChg chg="add">
          <ac:chgData name="Ed Elowson" userId="e02f2ad9-260d-48b9-ae49-41519fd3a61b" providerId="ADAL" clId="{23F062E9-8A7E-4154-82CB-2E761C864A24}" dt="2026-05-09T20:43:29.613" v="1" actId="26606"/>
          <ac:spMkLst>
            <pc:docMk/>
            <pc:sldMk cId="3668272228" sldId="256"/>
            <ac:spMk id="10" creationId="{63C1F321-BB96-4700-B3CE-1A6156067F44}"/>
          </ac:spMkLst>
        </pc:spChg>
        <pc:grpChg chg="add">
          <ac:chgData name="Ed Elowson" userId="e02f2ad9-260d-48b9-ae49-41519fd3a61b" providerId="ADAL" clId="{23F062E9-8A7E-4154-82CB-2E761C864A24}" dt="2026-05-09T20:43:29.613" v="1" actId="26606"/>
          <ac:grpSpMkLst>
            <pc:docMk/>
            <pc:sldMk cId="3668272228" sldId="256"/>
            <ac:grpSpMk id="12" creationId="{3FA1AD64-F15F-417D-956C-B2C211FC905E}"/>
          </ac:grpSpMkLst>
        </pc:grpChg>
        <pc:grpChg chg="add">
          <ac:chgData name="Ed Elowson" userId="e02f2ad9-260d-48b9-ae49-41519fd3a61b" providerId="ADAL" clId="{23F062E9-8A7E-4154-82CB-2E761C864A24}" dt="2026-05-09T20:43:29.613" v="1" actId="26606"/>
          <ac:grpSpMkLst>
            <pc:docMk/>
            <pc:sldMk cId="3668272228" sldId="256"/>
            <ac:grpSpMk id="16" creationId="{43F5E015-E085-4624-B431-B42414448684}"/>
          </ac:grpSpMkLst>
        </pc:grpChg>
      </pc:sldChg>
      <pc:sldChg chg="addSp delSp modSp mod setBg">
        <pc:chgData name="Ed Elowson" userId="e02f2ad9-260d-48b9-ae49-41519fd3a61b" providerId="ADAL" clId="{23F062E9-8A7E-4154-82CB-2E761C864A24}" dt="2026-05-09T20:43:45.379" v="6" actId="1076"/>
        <pc:sldMkLst>
          <pc:docMk/>
          <pc:sldMk cId="1582826159" sldId="257"/>
        </pc:sldMkLst>
        <pc:spChg chg="mod ord">
          <ac:chgData name="Ed Elowson" userId="e02f2ad9-260d-48b9-ae49-41519fd3a61b" providerId="ADAL" clId="{23F062E9-8A7E-4154-82CB-2E761C864A24}" dt="2026-05-09T20:43:37.132" v="2" actId="26606"/>
          <ac:spMkLst>
            <pc:docMk/>
            <pc:sldMk cId="1582826159" sldId="257"/>
            <ac:spMk id="2" creationId="{085DDCD3-00AC-1E07-ECF2-58F6E80774E7}"/>
          </ac:spMkLst>
        </pc:spChg>
        <pc:spChg chg="del">
          <ac:chgData name="Ed Elowson" userId="e02f2ad9-260d-48b9-ae49-41519fd3a61b" providerId="ADAL" clId="{23F062E9-8A7E-4154-82CB-2E761C864A24}" dt="2026-05-09T20:43:20.387" v="0" actId="22"/>
          <ac:spMkLst>
            <pc:docMk/>
            <pc:sldMk cId="1582826159" sldId="257"/>
            <ac:spMk id="3" creationId="{6918F97F-E384-7D80-190A-11EBB3A3DB76}"/>
          </ac:spMkLst>
        </pc:spChg>
        <pc:spChg chg="add del">
          <ac:chgData name="Ed Elowson" userId="e02f2ad9-260d-48b9-ae49-41519fd3a61b" providerId="ADAL" clId="{23F062E9-8A7E-4154-82CB-2E761C864A24}" dt="2026-05-09T20:43:39.871" v="3" actId="478"/>
          <ac:spMkLst>
            <pc:docMk/>
            <pc:sldMk cId="1582826159" sldId="257"/>
            <ac:spMk id="9" creationId="{58EADEA4-B20B-88FD-784B-E913EB3EAD25}"/>
          </ac:spMkLst>
        </pc:spChg>
        <pc:spChg chg="add">
          <ac:chgData name="Ed Elowson" userId="e02f2ad9-260d-48b9-ae49-41519fd3a61b" providerId="ADAL" clId="{23F062E9-8A7E-4154-82CB-2E761C864A24}" dt="2026-05-09T20:43:37.132" v="2" actId="26606"/>
          <ac:spMkLst>
            <pc:docMk/>
            <pc:sldMk cId="1582826159" sldId="257"/>
            <ac:spMk id="12" creationId="{03AF1C04-3FEF-41BD-BB84-2F263765BEBC}"/>
          </ac:spMkLst>
        </pc:spChg>
        <pc:grpChg chg="add">
          <ac:chgData name="Ed Elowson" userId="e02f2ad9-260d-48b9-ae49-41519fd3a61b" providerId="ADAL" clId="{23F062E9-8A7E-4154-82CB-2E761C864A24}" dt="2026-05-09T20:43:37.132" v="2" actId="26606"/>
          <ac:grpSpMkLst>
            <pc:docMk/>
            <pc:sldMk cId="1582826159" sldId="257"/>
            <ac:grpSpMk id="14" creationId="{2DD5E267-EB6F-47DF-ABEF-2C1BED44DAC6}"/>
          </ac:grpSpMkLst>
        </pc:grpChg>
        <pc:grpChg chg="add">
          <ac:chgData name="Ed Elowson" userId="e02f2ad9-260d-48b9-ae49-41519fd3a61b" providerId="ADAL" clId="{23F062E9-8A7E-4154-82CB-2E761C864A24}" dt="2026-05-09T20:43:37.132" v="2" actId="26606"/>
          <ac:grpSpMkLst>
            <pc:docMk/>
            <pc:sldMk cId="1582826159" sldId="257"/>
            <ac:grpSpMk id="18" creationId="{66828D02-A05D-412B-9F20-B68E970B9FC2}"/>
          </ac:grpSpMkLst>
        </pc:grpChg>
        <pc:grpChg chg="add">
          <ac:chgData name="Ed Elowson" userId="e02f2ad9-260d-48b9-ae49-41519fd3a61b" providerId="ADAL" clId="{23F062E9-8A7E-4154-82CB-2E761C864A24}" dt="2026-05-09T20:43:37.132" v="2" actId="26606"/>
          <ac:grpSpMkLst>
            <pc:docMk/>
            <pc:sldMk cId="1582826159" sldId="257"/>
            <ac:grpSpMk id="22" creationId="{E27AF472-EAE3-4572-AB69-B92BD10DBC6D}"/>
          </ac:grpSpMkLst>
        </pc:grpChg>
        <pc:picChg chg="add mod ord">
          <ac:chgData name="Ed Elowson" userId="e02f2ad9-260d-48b9-ae49-41519fd3a61b" providerId="ADAL" clId="{23F062E9-8A7E-4154-82CB-2E761C864A24}" dt="2026-05-09T20:43:45.379" v="6" actId="1076"/>
          <ac:picMkLst>
            <pc:docMk/>
            <pc:sldMk cId="1582826159" sldId="257"/>
            <ac:picMk id="5" creationId="{E4AC172F-546F-0451-F9A3-FCDF374A0BF9}"/>
          </ac:picMkLst>
        </pc:picChg>
      </pc:sldChg>
      <pc:sldChg chg="addSp modSp mod setBg addAnim">
        <pc:chgData name="Ed Elowson" userId="e02f2ad9-260d-48b9-ae49-41519fd3a61b" providerId="ADAL" clId="{23F062E9-8A7E-4154-82CB-2E761C864A24}" dt="2026-05-09T20:44:18.093" v="12"/>
        <pc:sldMkLst>
          <pc:docMk/>
          <pc:sldMk cId="4159654772" sldId="258"/>
        </pc:sldMkLst>
        <pc:spChg chg="mod">
          <ac:chgData name="Ed Elowson" userId="e02f2ad9-260d-48b9-ae49-41519fd3a61b" providerId="ADAL" clId="{23F062E9-8A7E-4154-82CB-2E761C864A24}" dt="2026-05-09T20:44:18.089" v="10" actId="26606"/>
          <ac:spMkLst>
            <pc:docMk/>
            <pc:sldMk cId="4159654772" sldId="258"/>
            <ac:spMk id="2" creationId="{5F99522A-CFEA-1C53-561B-887031448C89}"/>
          </ac:spMkLst>
        </pc:spChg>
        <pc:spChg chg="mod">
          <ac:chgData name="Ed Elowson" userId="e02f2ad9-260d-48b9-ae49-41519fd3a61b" providerId="ADAL" clId="{23F062E9-8A7E-4154-82CB-2E761C864A24}" dt="2026-05-09T20:44:18.089" v="10" actId="26606"/>
          <ac:spMkLst>
            <pc:docMk/>
            <pc:sldMk cId="4159654772" sldId="258"/>
            <ac:spMk id="3" creationId="{DA869701-A5EA-7CFC-E483-42464E246513}"/>
          </ac:spMkLst>
        </pc:spChg>
        <pc:spChg chg="add">
          <ac:chgData name="Ed Elowson" userId="e02f2ad9-260d-48b9-ae49-41519fd3a61b" providerId="ADAL" clId="{23F062E9-8A7E-4154-82CB-2E761C864A24}" dt="2026-05-09T20:44:18.089" v="10" actId="26606"/>
          <ac:spMkLst>
            <pc:docMk/>
            <pc:sldMk cId="4159654772" sldId="258"/>
            <ac:spMk id="10" creationId="{03AF1C04-3FEF-41BD-BB84-2F263765BEBC}"/>
          </ac:spMkLst>
        </pc:spChg>
        <pc:grpChg chg="add">
          <ac:chgData name="Ed Elowson" userId="e02f2ad9-260d-48b9-ae49-41519fd3a61b" providerId="ADAL" clId="{23F062E9-8A7E-4154-82CB-2E761C864A24}" dt="2026-05-09T20:44:18.089" v="10" actId="26606"/>
          <ac:grpSpMkLst>
            <pc:docMk/>
            <pc:sldMk cId="4159654772" sldId="258"/>
            <ac:grpSpMk id="12" creationId="{2DD5E267-EB6F-47DF-ABEF-2C1BED44DAC6}"/>
          </ac:grpSpMkLst>
        </pc:grpChg>
        <pc:grpChg chg="add">
          <ac:chgData name="Ed Elowson" userId="e02f2ad9-260d-48b9-ae49-41519fd3a61b" providerId="ADAL" clId="{23F062E9-8A7E-4154-82CB-2E761C864A24}" dt="2026-05-09T20:44:18.089" v="10" actId="26606"/>
          <ac:grpSpMkLst>
            <pc:docMk/>
            <pc:sldMk cId="4159654772" sldId="258"/>
            <ac:grpSpMk id="16" creationId="{66828D02-A05D-412B-9F20-B68E970B9FC2}"/>
          </ac:grpSpMkLst>
        </pc:grpChg>
        <pc:grpChg chg="add">
          <ac:chgData name="Ed Elowson" userId="e02f2ad9-260d-48b9-ae49-41519fd3a61b" providerId="ADAL" clId="{23F062E9-8A7E-4154-82CB-2E761C864A24}" dt="2026-05-09T20:44:18.089" v="10" actId="26606"/>
          <ac:grpSpMkLst>
            <pc:docMk/>
            <pc:sldMk cId="4159654772" sldId="258"/>
            <ac:grpSpMk id="20" creationId="{E27AF472-EAE3-4572-AB69-B92BD10DBC6D}"/>
          </ac:grpSpMkLst>
        </pc:grpChg>
        <pc:picChg chg="add">
          <ac:chgData name="Ed Elowson" userId="e02f2ad9-260d-48b9-ae49-41519fd3a61b" providerId="ADAL" clId="{23F062E9-8A7E-4154-82CB-2E761C864A24}" dt="2026-05-09T20:44:18.089" v="10" actId="26606"/>
          <ac:picMkLst>
            <pc:docMk/>
            <pc:sldMk cId="4159654772" sldId="258"/>
            <ac:picMk id="7" creationId="{AB124C58-78D9-C12D-8508-F202C44CDD79}"/>
          </ac:picMkLst>
        </pc:picChg>
      </pc:sldChg>
      <pc:sldChg chg="addSp modSp mod setBg">
        <pc:chgData name="Ed Elowson" userId="e02f2ad9-260d-48b9-ae49-41519fd3a61b" providerId="ADAL" clId="{23F062E9-8A7E-4154-82CB-2E761C864A24}" dt="2026-05-09T20:44:27.281" v="13" actId="26606"/>
        <pc:sldMkLst>
          <pc:docMk/>
          <pc:sldMk cId="3838664271" sldId="259"/>
        </pc:sldMkLst>
        <pc:spChg chg="mod">
          <ac:chgData name="Ed Elowson" userId="e02f2ad9-260d-48b9-ae49-41519fd3a61b" providerId="ADAL" clId="{23F062E9-8A7E-4154-82CB-2E761C864A24}" dt="2026-05-09T20:44:27.281" v="13" actId="26606"/>
          <ac:spMkLst>
            <pc:docMk/>
            <pc:sldMk cId="3838664271" sldId="259"/>
            <ac:spMk id="2" creationId="{F993DC7A-B2B3-D640-7F61-A3EBC5C33713}"/>
          </ac:spMkLst>
        </pc:spChg>
        <pc:spChg chg="mod">
          <ac:chgData name="Ed Elowson" userId="e02f2ad9-260d-48b9-ae49-41519fd3a61b" providerId="ADAL" clId="{23F062E9-8A7E-4154-82CB-2E761C864A24}" dt="2026-05-09T20:44:27.281" v="13" actId="26606"/>
          <ac:spMkLst>
            <pc:docMk/>
            <pc:sldMk cId="3838664271" sldId="259"/>
            <ac:spMk id="3" creationId="{DF1036AF-8D83-0A75-AD6A-9EECDEC21C11}"/>
          </ac:spMkLst>
        </pc:spChg>
        <pc:spChg chg="add">
          <ac:chgData name="Ed Elowson" userId="e02f2ad9-260d-48b9-ae49-41519fd3a61b" providerId="ADAL" clId="{23F062E9-8A7E-4154-82CB-2E761C864A24}" dt="2026-05-09T20:44:27.281" v="13" actId="26606"/>
          <ac:spMkLst>
            <pc:docMk/>
            <pc:sldMk cId="3838664271" sldId="259"/>
            <ac:spMk id="8" creationId="{907E470A-25F4-47D0-8FEC-EE9FD606BB34}"/>
          </ac:spMkLst>
        </pc:spChg>
        <pc:grpChg chg="add">
          <ac:chgData name="Ed Elowson" userId="e02f2ad9-260d-48b9-ae49-41519fd3a61b" providerId="ADAL" clId="{23F062E9-8A7E-4154-82CB-2E761C864A24}" dt="2026-05-09T20:44:27.281" v="13" actId="26606"/>
          <ac:grpSpMkLst>
            <pc:docMk/>
            <pc:sldMk cId="3838664271" sldId="259"/>
            <ac:grpSpMk id="10" creationId="{66220E63-99E1-482A-A0A6-B47EB4BF8797}"/>
          </ac:grpSpMkLst>
        </pc:grpChg>
        <pc:grpChg chg="add">
          <ac:chgData name="Ed Elowson" userId="e02f2ad9-260d-48b9-ae49-41519fd3a61b" providerId="ADAL" clId="{23F062E9-8A7E-4154-82CB-2E761C864A24}" dt="2026-05-09T20:44:27.281" v="13" actId="26606"/>
          <ac:grpSpMkLst>
            <pc:docMk/>
            <pc:sldMk cId="3838664271" sldId="259"/>
            <ac:grpSpMk id="14" creationId="{8618EE54-271A-4FE8-B6B3-D0FCF55A7A01}"/>
          </ac:grpSpMkLst>
        </pc:grpChg>
        <pc:grpChg chg="add">
          <ac:chgData name="Ed Elowson" userId="e02f2ad9-260d-48b9-ae49-41519fd3a61b" providerId="ADAL" clId="{23F062E9-8A7E-4154-82CB-2E761C864A24}" dt="2026-05-09T20:44:27.281" v="13" actId="26606"/>
          <ac:grpSpMkLst>
            <pc:docMk/>
            <pc:sldMk cId="3838664271" sldId="259"/>
            <ac:grpSpMk id="18" creationId="{43F5E015-E085-4624-B431-B42414448684}"/>
          </ac:grpSpMkLst>
        </pc:grpChg>
      </pc:sldChg>
      <pc:sldChg chg="addSp delSp modSp mod setBg">
        <pc:chgData name="Ed Elowson" userId="e02f2ad9-260d-48b9-ae49-41519fd3a61b" providerId="ADAL" clId="{23F062E9-8A7E-4154-82CB-2E761C864A24}" dt="2026-05-09T21:33:42.473" v="27" actId="26606"/>
        <pc:sldMkLst>
          <pc:docMk/>
          <pc:sldMk cId="1448104451" sldId="260"/>
        </pc:sldMkLst>
        <pc:spChg chg="del">
          <ac:chgData name="Ed Elowson" userId="e02f2ad9-260d-48b9-ae49-41519fd3a61b" providerId="ADAL" clId="{23F062E9-8A7E-4154-82CB-2E761C864A24}" dt="2026-05-09T21:32:36.807" v="21" actId="478"/>
          <ac:spMkLst>
            <pc:docMk/>
            <pc:sldMk cId="1448104451" sldId="260"/>
            <ac:spMk id="2" creationId="{594A1A58-58E9-45EE-3C4B-D244A18E7FA8}"/>
          </ac:spMkLst>
        </pc:spChg>
        <pc:spChg chg="del">
          <ac:chgData name="Ed Elowson" userId="e02f2ad9-260d-48b9-ae49-41519fd3a61b" providerId="ADAL" clId="{23F062E9-8A7E-4154-82CB-2E761C864A24}" dt="2026-05-09T21:32:38.409" v="22" actId="478"/>
          <ac:spMkLst>
            <pc:docMk/>
            <pc:sldMk cId="1448104451" sldId="260"/>
            <ac:spMk id="3" creationId="{C8C42181-B4FC-C3F8-CDE3-9BB7A864019B}"/>
          </ac:spMkLst>
        </pc:spChg>
        <pc:spChg chg="add ord">
          <ac:chgData name="Ed Elowson" userId="e02f2ad9-260d-48b9-ae49-41519fd3a61b" providerId="ADAL" clId="{23F062E9-8A7E-4154-82CB-2E761C864A24}" dt="2026-05-09T21:33:42.473" v="27" actId="26606"/>
          <ac:spMkLst>
            <pc:docMk/>
            <pc:sldMk cId="1448104451" sldId="260"/>
            <ac:spMk id="4" creationId="{71601297-F815-2A0C-D9D3-86E1745CA1B7}"/>
          </ac:spMkLst>
        </pc:spChg>
        <pc:spChg chg="add">
          <ac:chgData name="Ed Elowson" userId="e02f2ad9-260d-48b9-ae49-41519fd3a61b" providerId="ADAL" clId="{23F062E9-8A7E-4154-82CB-2E761C864A24}" dt="2026-05-09T21:33:42.473" v="27" actId="26606"/>
          <ac:spMkLst>
            <pc:docMk/>
            <pc:sldMk cId="1448104451" sldId="260"/>
            <ac:spMk id="11" creationId="{C7D023E4-8DE1-436E-9847-ED6A4B4B04FD}"/>
          </ac:spMkLst>
        </pc:spChg>
        <pc:spChg chg="add">
          <ac:chgData name="Ed Elowson" userId="e02f2ad9-260d-48b9-ae49-41519fd3a61b" providerId="ADAL" clId="{23F062E9-8A7E-4154-82CB-2E761C864A24}" dt="2026-05-09T21:33:42.473" v="27" actId="26606"/>
          <ac:spMkLst>
            <pc:docMk/>
            <pc:sldMk cId="1448104451" sldId="260"/>
            <ac:spMk id="13" creationId="{8B2B1708-8CE4-4A20-94F5-55118AE2CBD7}"/>
          </ac:spMkLst>
        </pc:spChg>
        <pc:grpChg chg="add">
          <ac:chgData name="Ed Elowson" userId="e02f2ad9-260d-48b9-ae49-41519fd3a61b" providerId="ADAL" clId="{23F062E9-8A7E-4154-82CB-2E761C864A24}" dt="2026-05-09T21:33:42.473" v="27" actId="26606"/>
          <ac:grpSpMkLst>
            <pc:docMk/>
            <pc:sldMk cId="1448104451" sldId="260"/>
            <ac:grpSpMk id="15" creationId="{EC2D6DD8-FAD6-401D-9DE6-71DD04C980F3}"/>
          </ac:grpSpMkLst>
        </pc:grpChg>
        <pc:grpChg chg="add">
          <ac:chgData name="Ed Elowson" userId="e02f2ad9-260d-48b9-ae49-41519fd3a61b" providerId="ADAL" clId="{23F062E9-8A7E-4154-82CB-2E761C864A24}" dt="2026-05-09T21:33:42.473" v="27" actId="26606"/>
          <ac:grpSpMkLst>
            <pc:docMk/>
            <pc:sldMk cId="1448104451" sldId="260"/>
            <ac:grpSpMk id="19" creationId="{43F5E015-E085-4624-B431-B42414448684}"/>
          </ac:grpSpMkLst>
        </pc:grpChg>
        <pc:picChg chg="add mod">
          <ac:chgData name="Ed Elowson" userId="e02f2ad9-260d-48b9-ae49-41519fd3a61b" providerId="ADAL" clId="{23F062E9-8A7E-4154-82CB-2E761C864A24}" dt="2026-05-09T21:33:42.473" v="27" actId="26606"/>
          <ac:picMkLst>
            <pc:docMk/>
            <pc:sldMk cId="1448104451" sldId="260"/>
            <ac:picMk id="6" creationId="{551B269B-DD28-59A3-755E-DE143B63D7FB}"/>
          </ac:picMkLst>
        </pc:picChg>
      </pc:sldChg>
      <pc:sldChg chg="addSp modSp mod setBg">
        <pc:chgData name="Ed Elowson" userId="e02f2ad9-260d-48b9-ae49-41519fd3a61b" providerId="ADAL" clId="{23F062E9-8A7E-4154-82CB-2E761C864A24}" dt="2026-05-09T20:44:47.863" v="16" actId="26606"/>
        <pc:sldMkLst>
          <pc:docMk/>
          <pc:sldMk cId="894560478" sldId="261"/>
        </pc:sldMkLst>
        <pc:spChg chg="mod">
          <ac:chgData name="Ed Elowson" userId="e02f2ad9-260d-48b9-ae49-41519fd3a61b" providerId="ADAL" clId="{23F062E9-8A7E-4154-82CB-2E761C864A24}" dt="2026-05-09T20:44:47.863" v="16" actId="26606"/>
          <ac:spMkLst>
            <pc:docMk/>
            <pc:sldMk cId="894560478" sldId="261"/>
            <ac:spMk id="2" creationId="{8B852447-8842-4F37-B4AC-CBF8CFB6DF19}"/>
          </ac:spMkLst>
        </pc:spChg>
        <pc:spChg chg="mod">
          <ac:chgData name="Ed Elowson" userId="e02f2ad9-260d-48b9-ae49-41519fd3a61b" providerId="ADAL" clId="{23F062E9-8A7E-4154-82CB-2E761C864A24}" dt="2026-05-09T20:44:47.863" v="16" actId="26606"/>
          <ac:spMkLst>
            <pc:docMk/>
            <pc:sldMk cId="894560478" sldId="261"/>
            <ac:spMk id="3" creationId="{5C70F300-D50F-2227-B3A1-795A52224289}"/>
          </ac:spMkLst>
        </pc:spChg>
        <pc:spChg chg="add">
          <ac:chgData name="Ed Elowson" userId="e02f2ad9-260d-48b9-ae49-41519fd3a61b" providerId="ADAL" clId="{23F062E9-8A7E-4154-82CB-2E761C864A24}" dt="2026-05-09T20:44:47.863" v="16" actId="26606"/>
          <ac:spMkLst>
            <pc:docMk/>
            <pc:sldMk cId="894560478" sldId="261"/>
            <ac:spMk id="8" creationId="{907E470A-25F4-47D0-8FEC-EE9FD606BB34}"/>
          </ac:spMkLst>
        </pc:spChg>
        <pc:grpChg chg="add">
          <ac:chgData name="Ed Elowson" userId="e02f2ad9-260d-48b9-ae49-41519fd3a61b" providerId="ADAL" clId="{23F062E9-8A7E-4154-82CB-2E761C864A24}" dt="2026-05-09T20:44:47.863" v="16" actId="26606"/>
          <ac:grpSpMkLst>
            <pc:docMk/>
            <pc:sldMk cId="894560478" sldId="261"/>
            <ac:grpSpMk id="10" creationId="{66220E63-99E1-482A-A0A6-B47EB4BF8797}"/>
          </ac:grpSpMkLst>
        </pc:grpChg>
        <pc:grpChg chg="add">
          <ac:chgData name="Ed Elowson" userId="e02f2ad9-260d-48b9-ae49-41519fd3a61b" providerId="ADAL" clId="{23F062E9-8A7E-4154-82CB-2E761C864A24}" dt="2026-05-09T20:44:47.863" v="16" actId="26606"/>
          <ac:grpSpMkLst>
            <pc:docMk/>
            <pc:sldMk cId="894560478" sldId="261"/>
            <ac:grpSpMk id="14" creationId="{8618EE54-271A-4FE8-B6B3-D0FCF55A7A01}"/>
          </ac:grpSpMkLst>
        </pc:grpChg>
        <pc:grpChg chg="add">
          <ac:chgData name="Ed Elowson" userId="e02f2ad9-260d-48b9-ae49-41519fd3a61b" providerId="ADAL" clId="{23F062E9-8A7E-4154-82CB-2E761C864A24}" dt="2026-05-09T20:44:47.863" v="16" actId="26606"/>
          <ac:grpSpMkLst>
            <pc:docMk/>
            <pc:sldMk cId="894560478" sldId="261"/>
            <ac:grpSpMk id="18" creationId="{43F5E015-E085-4624-B431-B42414448684}"/>
          </ac:grpSpMkLst>
        </pc:grpChg>
      </pc:sldChg>
      <pc:sldChg chg="addSp modSp mod setBg">
        <pc:chgData name="Ed Elowson" userId="e02f2ad9-260d-48b9-ae49-41519fd3a61b" providerId="ADAL" clId="{23F062E9-8A7E-4154-82CB-2E761C864A24}" dt="2026-05-09T20:45:06.038" v="19" actId="26606"/>
        <pc:sldMkLst>
          <pc:docMk/>
          <pc:sldMk cId="2551735276" sldId="262"/>
        </pc:sldMkLst>
        <pc:spChg chg="mod">
          <ac:chgData name="Ed Elowson" userId="e02f2ad9-260d-48b9-ae49-41519fd3a61b" providerId="ADAL" clId="{23F062E9-8A7E-4154-82CB-2E761C864A24}" dt="2026-05-09T20:45:06.038" v="19" actId="26606"/>
          <ac:spMkLst>
            <pc:docMk/>
            <pc:sldMk cId="2551735276" sldId="262"/>
            <ac:spMk id="2" creationId="{AB88FB14-8273-C6FC-557A-E505F8D2E228}"/>
          </ac:spMkLst>
        </pc:spChg>
        <pc:spChg chg="mod">
          <ac:chgData name="Ed Elowson" userId="e02f2ad9-260d-48b9-ae49-41519fd3a61b" providerId="ADAL" clId="{23F062E9-8A7E-4154-82CB-2E761C864A24}" dt="2026-05-09T20:45:06.038" v="19" actId="26606"/>
          <ac:spMkLst>
            <pc:docMk/>
            <pc:sldMk cId="2551735276" sldId="262"/>
            <ac:spMk id="3" creationId="{B622239F-0E2F-F111-1F01-A64E259A2E63}"/>
          </ac:spMkLst>
        </pc:spChg>
        <pc:spChg chg="add">
          <ac:chgData name="Ed Elowson" userId="e02f2ad9-260d-48b9-ae49-41519fd3a61b" providerId="ADAL" clId="{23F062E9-8A7E-4154-82CB-2E761C864A24}" dt="2026-05-09T20:45:06.038" v="19" actId="26606"/>
          <ac:spMkLst>
            <pc:docMk/>
            <pc:sldMk cId="2551735276" sldId="262"/>
            <ac:spMk id="8" creationId="{907E470A-25F4-47D0-8FEC-EE9FD606BB34}"/>
          </ac:spMkLst>
        </pc:spChg>
        <pc:grpChg chg="add">
          <ac:chgData name="Ed Elowson" userId="e02f2ad9-260d-48b9-ae49-41519fd3a61b" providerId="ADAL" clId="{23F062E9-8A7E-4154-82CB-2E761C864A24}" dt="2026-05-09T20:45:06.038" v="19" actId="26606"/>
          <ac:grpSpMkLst>
            <pc:docMk/>
            <pc:sldMk cId="2551735276" sldId="262"/>
            <ac:grpSpMk id="10" creationId="{66220E63-99E1-482A-A0A6-B47EB4BF8797}"/>
          </ac:grpSpMkLst>
        </pc:grpChg>
        <pc:grpChg chg="add">
          <ac:chgData name="Ed Elowson" userId="e02f2ad9-260d-48b9-ae49-41519fd3a61b" providerId="ADAL" clId="{23F062E9-8A7E-4154-82CB-2E761C864A24}" dt="2026-05-09T20:45:06.038" v="19" actId="26606"/>
          <ac:grpSpMkLst>
            <pc:docMk/>
            <pc:sldMk cId="2551735276" sldId="262"/>
            <ac:grpSpMk id="14" creationId="{8618EE54-271A-4FE8-B6B3-D0FCF55A7A01}"/>
          </ac:grpSpMkLst>
        </pc:grpChg>
        <pc:grpChg chg="add">
          <ac:chgData name="Ed Elowson" userId="e02f2ad9-260d-48b9-ae49-41519fd3a61b" providerId="ADAL" clId="{23F062E9-8A7E-4154-82CB-2E761C864A24}" dt="2026-05-09T20:45:06.038" v="19" actId="26606"/>
          <ac:grpSpMkLst>
            <pc:docMk/>
            <pc:sldMk cId="2551735276" sldId="262"/>
            <ac:grpSpMk id="18" creationId="{43F5E015-E085-4624-B431-B42414448684}"/>
          </ac:grpSpMkLst>
        </pc:grpChg>
      </pc:sldChg>
      <pc:sldChg chg="addSp modSp new mod setBg">
        <pc:chgData name="Ed Elowson" userId="e02f2ad9-260d-48b9-ae49-41519fd3a61b" providerId="ADAL" clId="{23F062E9-8A7E-4154-82CB-2E761C864A24}" dt="2026-05-09T21:33:38.696" v="26" actId="26606"/>
        <pc:sldMkLst>
          <pc:docMk/>
          <pc:sldMk cId="1927145307" sldId="263"/>
        </pc:sldMkLst>
        <pc:spChg chg="add">
          <ac:chgData name="Ed Elowson" userId="e02f2ad9-260d-48b9-ae49-41519fd3a61b" providerId="ADAL" clId="{23F062E9-8A7E-4154-82CB-2E761C864A24}" dt="2026-05-09T21:33:38.696" v="26" actId="26606"/>
          <ac:spMkLst>
            <pc:docMk/>
            <pc:sldMk cId="1927145307" sldId="263"/>
            <ac:spMk id="8" creationId="{C7D023E4-8DE1-436E-9847-ED6A4B4B04FD}"/>
          </ac:spMkLst>
        </pc:spChg>
        <pc:spChg chg="add">
          <ac:chgData name="Ed Elowson" userId="e02f2ad9-260d-48b9-ae49-41519fd3a61b" providerId="ADAL" clId="{23F062E9-8A7E-4154-82CB-2E761C864A24}" dt="2026-05-09T21:33:38.696" v="26" actId="26606"/>
          <ac:spMkLst>
            <pc:docMk/>
            <pc:sldMk cId="1927145307" sldId="263"/>
            <ac:spMk id="10" creationId="{8B2B1708-8CE4-4A20-94F5-55118AE2CBD7}"/>
          </ac:spMkLst>
        </pc:spChg>
        <pc:grpChg chg="add">
          <ac:chgData name="Ed Elowson" userId="e02f2ad9-260d-48b9-ae49-41519fd3a61b" providerId="ADAL" clId="{23F062E9-8A7E-4154-82CB-2E761C864A24}" dt="2026-05-09T21:33:38.696" v="26" actId="26606"/>
          <ac:grpSpMkLst>
            <pc:docMk/>
            <pc:sldMk cId="1927145307" sldId="263"/>
            <ac:grpSpMk id="12" creationId="{EC2D6DD8-FAD6-401D-9DE6-71DD04C980F3}"/>
          </ac:grpSpMkLst>
        </pc:grpChg>
        <pc:grpChg chg="add">
          <ac:chgData name="Ed Elowson" userId="e02f2ad9-260d-48b9-ae49-41519fd3a61b" providerId="ADAL" clId="{23F062E9-8A7E-4154-82CB-2E761C864A24}" dt="2026-05-09T21:33:38.696" v="26" actId="26606"/>
          <ac:grpSpMkLst>
            <pc:docMk/>
            <pc:sldMk cId="1927145307" sldId="263"/>
            <ac:grpSpMk id="16" creationId="{43F5E015-E085-4624-B431-B42414448684}"/>
          </ac:grpSpMkLst>
        </pc:grpChg>
        <pc:picChg chg="add mod">
          <ac:chgData name="Ed Elowson" userId="e02f2ad9-260d-48b9-ae49-41519fd3a61b" providerId="ADAL" clId="{23F062E9-8A7E-4154-82CB-2E761C864A24}" dt="2026-05-09T21:33:38.696" v="26" actId="26606"/>
          <ac:picMkLst>
            <pc:docMk/>
            <pc:sldMk cId="1927145307" sldId="263"/>
            <ac:picMk id="3" creationId="{10DD7115-4849-30AC-AA32-5A8ECA6E60C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BFD36-E946-F775-1E28-7DD32668DB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29A03F3-34D9-9EDF-2529-9682866E06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8EDB92-3769-8545-4492-436B804F0556}"/>
              </a:ext>
            </a:extLst>
          </p:cNvPr>
          <p:cNvSpPr>
            <a:spLocks noGrp="1"/>
          </p:cNvSpPr>
          <p:nvPr>
            <p:ph type="dt" sz="half" idx="10"/>
          </p:nvPr>
        </p:nvSpPr>
        <p:spPr/>
        <p:txBody>
          <a:bodyPr/>
          <a:lstStyle/>
          <a:p>
            <a:fld id="{B6F85A48-F516-45F8-A2C6-731159B94AE5}" type="datetimeFigureOut">
              <a:rPr lang="en-US" smtClean="0"/>
              <a:t>5/9/2026</a:t>
            </a:fld>
            <a:endParaRPr lang="en-US"/>
          </a:p>
        </p:txBody>
      </p:sp>
      <p:sp>
        <p:nvSpPr>
          <p:cNvPr id="5" name="Footer Placeholder 4">
            <a:extLst>
              <a:ext uri="{FF2B5EF4-FFF2-40B4-BE49-F238E27FC236}">
                <a16:creationId xmlns:a16="http://schemas.microsoft.com/office/drawing/2014/main" id="{C77EB11C-DF57-72E7-5515-8E7D910A6E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87C5E2-F9FE-21ED-4B3A-69FE513D4A16}"/>
              </a:ext>
            </a:extLst>
          </p:cNvPr>
          <p:cNvSpPr>
            <a:spLocks noGrp="1"/>
          </p:cNvSpPr>
          <p:nvPr>
            <p:ph type="sldNum" sz="quarter" idx="12"/>
          </p:nvPr>
        </p:nvSpPr>
        <p:spPr/>
        <p:txBody>
          <a:bodyPr/>
          <a:lstStyle/>
          <a:p>
            <a:fld id="{49027CEE-3D3A-40F4-B78B-69189DECADD0}" type="slidenum">
              <a:rPr lang="en-US" smtClean="0"/>
              <a:t>‹#›</a:t>
            </a:fld>
            <a:endParaRPr lang="en-US"/>
          </a:p>
        </p:txBody>
      </p:sp>
    </p:spTree>
    <p:extLst>
      <p:ext uri="{BB962C8B-B14F-4D97-AF65-F5344CB8AC3E}">
        <p14:creationId xmlns:p14="http://schemas.microsoft.com/office/powerpoint/2010/main" val="1981409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34CCE-8FBA-C25A-6833-70A043A7E0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E92404-4710-3D8A-B3E1-49F81F7A0F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914ABD-5A90-218F-8A46-030DA6D787CC}"/>
              </a:ext>
            </a:extLst>
          </p:cNvPr>
          <p:cNvSpPr>
            <a:spLocks noGrp="1"/>
          </p:cNvSpPr>
          <p:nvPr>
            <p:ph type="dt" sz="half" idx="10"/>
          </p:nvPr>
        </p:nvSpPr>
        <p:spPr/>
        <p:txBody>
          <a:bodyPr/>
          <a:lstStyle/>
          <a:p>
            <a:fld id="{B6F85A48-F516-45F8-A2C6-731159B94AE5}" type="datetimeFigureOut">
              <a:rPr lang="en-US" smtClean="0"/>
              <a:t>5/9/2026</a:t>
            </a:fld>
            <a:endParaRPr lang="en-US"/>
          </a:p>
        </p:txBody>
      </p:sp>
      <p:sp>
        <p:nvSpPr>
          <p:cNvPr id="5" name="Footer Placeholder 4">
            <a:extLst>
              <a:ext uri="{FF2B5EF4-FFF2-40B4-BE49-F238E27FC236}">
                <a16:creationId xmlns:a16="http://schemas.microsoft.com/office/drawing/2014/main" id="{537E7362-34EF-DE2F-BC43-E5787F15EA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5C16F1-7972-CDAD-6DC7-6C3F792C48A4}"/>
              </a:ext>
            </a:extLst>
          </p:cNvPr>
          <p:cNvSpPr>
            <a:spLocks noGrp="1"/>
          </p:cNvSpPr>
          <p:nvPr>
            <p:ph type="sldNum" sz="quarter" idx="12"/>
          </p:nvPr>
        </p:nvSpPr>
        <p:spPr/>
        <p:txBody>
          <a:bodyPr/>
          <a:lstStyle/>
          <a:p>
            <a:fld id="{49027CEE-3D3A-40F4-B78B-69189DECADD0}" type="slidenum">
              <a:rPr lang="en-US" smtClean="0"/>
              <a:t>‹#›</a:t>
            </a:fld>
            <a:endParaRPr lang="en-US"/>
          </a:p>
        </p:txBody>
      </p:sp>
    </p:spTree>
    <p:extLst>
      <p:ext uri="{BB962C8B-B14F-4D97-AF65-F5344CB8AC3E}">
        <p14:creationId xmlns:p14="http://schemas.microsoft.com/office/powerpoint/2010/main" val="4125524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F06DB-1932-DB28-0FAC-5C1FC7659F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2821DD-FAC5-2F67-D952-A1D9DD589D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24547A-38C8-029A-E3BF-CA878549CC82}"/>
              </a:ext>
            </a:extLst>
          </p:cNvPr>
          <p:cNvSpPr>
            <a:spLocks noGrp="1"/>
          </p:cNvSpPr>
          <p:nvPr>
            <p:ph type="dt" sz="half" idx="10"/>
          </p:nvPr>
        </p:nvSpPr>
        <p:spPr/>
        <p:txBody>
          <a:bodyPr/>
          <a:lstStyle/>
          <a:p>
            <a:fld id="{B6F85A48-F516-45F8-A2C6-731159B94AE5}" type="datetimeFigureOut">
              <a:rPr lang="en-US" smtClean="0"/>
              <a:t>5/9/2026</a:t>
            </a:fld>
            <a:endParaRPr lang="en-US"/>
          </a:p>
        </p:txBody>
      </p:sp>
      <p:sp>
        <p:nvSpPr>
          <p:cNvPr id="5" name="Footer Placeholder 4">
            <a:extLst>
              <a:ext uri="{FF2B5EF4-FFF2-40B4-BE49-F238E27FC236}">
                <a16:creationId xmlns:a16="http://schemas.microsoft.com/office/drawing/2014/main" id="{CAF6FA56-B6B0-1254-8517-D7C4B39996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E76891-B6D8-FF38-389E-20F85F22A680}"/>
              </a:ext>
            </a:extLst>
          </p:cNvPr>
          <p:cNvSpPr>
            <a:spLocks noGrp="1"/>
          </p:cNvSpPr>
          <p:nvPr>
            <p:ph type="sldNum" sz="quarter" idx="12"/>
          </p:nvPr>
        </p:nvSpPr>
        <p:spPr/>
        <p:txBody>
          <a:bodyPr/>
          <a:lstStyle/>
          <a:p>
            <a:fld id="{49027CEE-3D3A-40F4-B78B-69189DECADD0}" type="slidenum">
              <a:rPr lang="en-US" smtClean="0"/>
              <a:t>‹#›</a:t>
            </a:fld>
            <a:endParaRPr lang="en-US"/>
          </a:p>
        </p:txBody>
      </p:sp>
    </p:spTree>
    <p:extLst>
      <p:ext uri="{BB962C8B-B14F-4D97-AF65-F5344CB8AC3E}">
        <p14:creationId xmlns:p14="http://schemas.microsoft.com/office/powerpoint/2010/main" val="4012134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E9563-8567-3B8F-787E-491589C87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D22C43-C982-9A32-7F01-6F0FA318A8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C2C89E-0DC1-FDC7-1CA0-EBA08609BB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470C38-06F3-00E6-8E30-622F2E992079}"/>
              </a:ext>
            </a:extLst>
          </p:cNvPr>
          <p:cNvSpPr>
            <a:spLocks noGrp="1"/>
          </p:cNvSpPr>
          <p:nvPr>
            <p:ph type="dt" sz="half" idx="10"/>
          </p:nvPr>
        </p:nvSpPr>
        <p:spPr/>
        <p:txBody>
          <a:bodyPr/>
          <a:lstStyle/>
          <a:p>
            <a:fld id="{B6F85A48-F516-45F8-A2C6-731159B94AE5}" type="datetimeFigureOut">
              <a:rPr lang="en-US" smtClean="0"/>
              <a:t>5/9/2026</a:t>
            </a:fld>
            <a:endParaRPr lang="en-US"/>
          </a:p>
        </p:txBody>
      </p:sp>
      <p:sp>
        <p:nvSpPr>
          <p:cNvPr id="6" name="Footer Placeholder 5">
            <a:extLst>
              <a:ext uri="{FF2B5EF4-FFF2-40B4-BE49-F238E27FC236}">
                <a16:creationId xmlns:a16="http://schemas.microsoft.com/office/drawing/2014/main" id="{D09E749D-EC84-9FD0-5827-0453E72F04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0BAFF7-E5AD-7B14-71DF-F75D9627797B}"/>
              </a:ext>
            </a:extLst>
          </p:cNvPr>
          <p:cNvSpPr>
            <a:spLocks noGrp="1"/>
          </p:cNvSpPr>
          <p:nvPr>
            <p:ph type="sldNum" sz="quarter" idx="12"/>
          </p:nvPr>
        </p:nvSpPr>
        <p:spPr/>
        <p:txBody>
          <a:bodyPr/>
          <a:lstStyle/>
          <a:p>
            <a:fld id="{49027CEE-3D3A-40F4-B78B-69189DECADD0}" type="slidenum">
              <a:rPr lang="en-US" smtClean="0"/>
              <a:t>‹#›</a:t>
            </a:fld>
            <a:endParaRPr lang="en-US"/>
          </a:p>
        </p:txBody>
      </p:sp>
    </p:spTree>
    <p:extLst>
      <p:ext uri="{BB962C8B-B14F-4D97-AF65-F5344CB8AC3E}">
        <p14:creationId xmlns:p14="http://schemas.microsoft.com/office/powerpoint/2010/main" val="1988840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47CCB-F765-B9DE-10D4-76ED931BF0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B63F92D-9A2A-87D2-4DE4-5FE43C654F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E517F0-F2A4-1A60-F399-B8E37A1C29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E6BFEB-A571-263F-30C0-C0AEC0E81C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45E571-D8AC-916A-0993-F1F8EAB284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D3A599-E2DD-6CAF-4B76-FF05627AE745}"/>
              </a:ext>
            </a:extLst>
          </p:cNvPr>
          <p:cNvSpPr>
            <a:spLocks noGrp="1"/>
          </p:cNvSpPr>
          <p:nvPr>
            <p:ph type="dt" sz="half" idx="10"/>
          </p:nvPr>
        </p:nvSpPr>
        <p:spPr/>
        <p:txBody>
          <a:bodyPr/>
          <a:lstStyle/>
          <a:p>
            <a:fld id="{B6F85A48-F516-45F8-A2C6-731159B94AE5}" type="datetimeFigureOut">
              <a:rPr lang="en-US" smtClean="0"/>
              <a:t>5/9/2026</a:t>
            </a:fld>
            <a:endParaRPr lang="en-US"/>
          </a:p>
        </p:txBody>
      </p:sp>
      <p:sp>
        <p:nvSpPr>
          <p:cNvPr id="8" name="Footer Placeholder 7">
            <a:extLst>
              <a:ext uri="{FF2B5EF4-FFF2-40B4-BE49-F238E27FC236}">
                <a16:creationId xmlns:a16="http://schemas.microsoft.com/office/drawing/2014/main" id="{F5A0A74D-D687-5AC3-0A64-944B680EDB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897EBB-162C-9C80-3374-2AB00C064074}"/>
              </a:ext>
            </a:extLst>
          </p:cNvPr>
          <p:cNvSpPr>
            <a:spLocks noGrp="1"/>
          </p:cNvSpPr>
          <p:nvPr>
            <p:ph type="sldNum" sz="quarter" idx="12"/>
          </p:nvPr>
        </p:nvSpPr>
        <p:spPr/>
        <p:txBody>
          <a:bodyPr/>
          <a:lstStyle/>
          <a:p>
            <a:fld id="{49027CEE-3D3A-40F4-B78B-69189DECADD0}" type="slidenum">
              <a:rPr lang="en-US" smtClean="0"/>
              <a:t>‹#›</a:t>
            </a:fld>
            <a:endParaRPr lang="en-US"/>
          </a:p>
        </p:txBody>
      </p:sp>
    </p:spTree>
    <p:extLst>
      <p:ext uri="{BB962C8B-B14F-4D97-AF65-F5344CB8AC3E}">
        <p14:creationId xmlns:p14="http://schemas.microsoft.com/office/powerpoint/2010/main" val="2458782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77C43-B42A-B814-5B38-0964C7A1B3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EA7C0A8-5235-5A5E-3F03-F77F8D27A232}"/>
              </a:ext>
            </a:extLst>
          </p:cNvPr>
          <p:cNvSpPr>
            <a:spLocks noGrp="1"/>
          </p:cNvSpPr>
          <p:nvPr>
            <p:ph type="dt" sz="half" idx="10"/>
          </p:nvPr>
        </p:nvSpPr>
        <p:spPr/>
        <p:txBody>
          <a:bodyPr/>
          <a:lstStyle/>
          <a:p>
            <a:fld id="{B6F85A48-F516-45F8-A2C6-731159B94AE5}" type="datetimeFigureOut">
              <a:rPr lang="en-US" smtClean="0"/>
              <a:t>5/9/2026</a:t>
            </a:fld>
            <a:endParaRPr lang="en-US"/>
          </a:p>
        </p:txBody>
      </p:sp>
      <p:sp>
        <p:nvSpPr>
          <p:cNvPr id="4" name="Footer Placeholder 3">
            <a:extLst>
              <a:ext uri="{FF2B5EF4-FFF2-40B4-BE49-F238E27FC236}">
                <a16:creationId xmlns:a16="http://schemas.microsoft.com/office/drawing/2014/main" id="{52336AC8-ECA6-D4B1-211F-A22D83B06A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11F90C-84C1-1302-D18C-ED52140F562B}"/>
              </a:ext>
            </a:extLst>
          </p:cNvPr>
          <p:cNvSpPr>
            <a:spLocks noGrp="1"/>
          </p:cNvSpPr>
          <p:nvPr>
            <p:ph type="sldNum" sz="quarter" idx="12"/>
          </p:nvPr>
        </p:nvSpPr>
        <p:spPr/>
        <p:txBody>
          <a:bodyPr/>
          <a:lstStyle/>
          <a:p>
            <a:fld id="{49027CEE-3D3A-40F4-B78B-69189DECADD0}" type="slidenum">
              <a:rPr lang="en-US" smtClean="0"/>
              <a:t>‹#›</a:t>
            </a:fld>
            <a:endParaRPr lang="en-US"/>
          </a:p>
        </p:txBody>
      </p:sp>
    </p:spTree>
    <p:extLst>
      <p:ext uri="{BB962C8B-B14F-4D97-AF65-F5344CB8AC3E}">
        <p14:creationId xmlns:p14="http://schemas.microsoft.com/office/powerpoint/2010/main" val="31313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21095C-1FFD-B9D0-964E-00B587D577E9}"/>
              </a:ext>
            </a:extLst>
          </p:cNvPr>
          <p:cNvSpPr>
            <a:spLocks noGrp="1"/>
          </p:cNvSpPr>
          <p:nvPr>
            <p:ph type="dt" sz="half" idx="10"/>
          </p:nvPr>
        </p:nvSpPr>
        <p:spPr/>
        <p:txBody>
          <a:bodyPr/>
          <a:lstStyle/>
          <a:p>
            <a:fld id="{B6F85A48-F516-45F8-A2C6-731159B94AE5}" type="datetimeFigureOut">
              <a:rPr lang="en-US" smtClean="0"/>
              <a:t>5/9/2026</a:t>
            </a:fld>
            <a:endParaRPr lang="en-US"/>
          </a:p>
        </p:txBody>
      </p:sp>
      <p:sp>
        <p:nvSpPr>
          <p:cNvPr id="3" name="Footer Placeholder 2">
            <a:extLst>
              <a:ext uri="{FF2B5EF4-FFF2-40B4-BE49-F238E27FC236}">
                <a16:creationId xmlns:a16="http://schemas.microsoft.com/office/drawing/2014/main" id="{96A8EA18-4E81-DA53-6F9E-6F472E3225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77BC1A9-02A4-B77E-4246-97DBE544AA6E}"/>
              </a:ext>
            </a:extLst>
          </p:cNvPr>
          <p:cNvSpPr>
            <a:spLocks noGrp="1"/>
          </p:cNvSpPr>
          <p:nvPr>
            <p:ph type="sldNum" sz="quarter" idx="12"/>
          </p:nvPr>
        </p:nvSpPr>
        <p:spPr/>
        <p:txBody>
          <a:bodyPr/>
          <a:lstStyle/>
          <a:p>
            <a:fld id="{49027CEE-3D3A-40F4-B78B-69189DECADD0}" type="slidenum">
              <a:rPr lang="en-US" smtClean="0"/>
              <a:t>‹#›</a:t>
            </a:fld>
            <a:endParaRPr lang="en-US"/>
          </a:p>
        </p:txBody>
      </p:sp>
    </p:spTree>
    <p:extLst>
      <p:ext uri="{BB962C8B-B14F-4D97-AF65-F5344CB8AC3E}">
        <p14:creationId xmlns:p14="http://schemas.microsoft.com/office/powerpoint/2010/main" val="2886258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05D5C-272A-EF13-0655-43C37F4F1D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0498E6F-75C0-D8A3-77D0-693FC582F5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C5FD6A-B1FE-84D9-FD5D-54EDC480C4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F03F0B-AE74-6327-AEFB-DD50A548BEE3}"/>
              </a:ext>
            </a:extLst>
          </p:cNvPr>
          <p:cNvSpPr>
            <a:spLocks noGrp="1"/>
          </p:cNvSpPr>
          <p:nvPr>
            <p:ph type="dt" sz="half" idx="10"/>
          </p:nvPr>
        </p:nvSpPr>
        <p:spPr/>
        <p:txBody>
          <a:bodyPr/>
          <a:lstStyle/>
          <a:p>
            <a:fld id="{B6F85A48-F516-45F8-A2C6-731159B94AE5}" type="datetimeFigureOut">
              <a:rPr lang="en-US" smtClean="0"/>
              <a:t>5/9/2026</a:t>
            </a:fld>
            <a:endParaRPr lang="en-US"/>
          </a:p>
        </p:txBody>
      </p:sp>
      <p:sp>
        <p:nvSpPr>
          <p:cNvPr id="6" name="Footer Placeholder 5">
            <a:extLst>
              <a:ext uri="{FF2B5EF4-FFF2-40B4-BE49-F238E27FC236}">
                <a16:creationId xmlns:a16="http://schemas.microsoft.com/office/drawing/2014/main" id="{7A9B2ADD-CC41-2E98-D476-921BD2DEB9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7468B7-8F86-A173-8E0C-FB02B65C7DD4}"/>
              </a:ext>
            </a:extLst>
          </p:cNvPr>
          <p:cNvSpPr>
            <a:spLocks noGrp="1"/>
          </p:cNvSpPr>
          <p:nvPr>
            <p:ph type="sldNum" sz="quarter" idx="12"/>
          </p:nvPr>
        </p:nvSpPr>
        <p:spPr/>
        <p:txBody>
          <a:bodyPr/>
          <a:lstStyle/>
          <a:p>
            <a:fld id="{49027CEE-3D3A-40F4-B78B-69189DECADD0}" type="slidenum">
              <a:rPr lang="en-US" smtClean="0"/>
              <a:t>‹#›</a:t>
            </a:fld>
            <a:endParaRPr lang="en-US"/>
          </a:p>
        </p:txBody>
      </p:sp>
    </p:spTree>
    <p:extLst>
      <p:ext uri="{BB962C8B-B14F-4D97-AF65-F5344CB8AC3E}">
        <p14:creationId xmlns:p14="http://schemas.microsoft.com/office/powerpoint/2010/main" val="1136486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144C1-B257-A2F7-3410-88A90A703A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7C34FD-A690-B87D-B685-1291A2F1B6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EADCBD-AA48-B751-7496-60DC002DC1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37BFA3-28E6-26CA-359A-1227BDC1A47B}"/>
              </a:ext>
            </a:extLst>
          </p:cNvPr>
          <p:cNvSpPr>
            <a:spLocks noGrp="1"/>
          </p:cNvSpPr>
          <p:nvPr>
            <p:ph type="dt" sz="half" idx="10"/>
          </p:nvPr>
        </p:nvSpPr>
        <p:spPr/>
        <p:txBody>
          <a:bodyPr/>
          <a:lstStyle/>
          <a:p>
            <a:fld id="{B6F85A48-F516-45F8-A2C6-731159B94AE5}" type="datetimeFigureOut">
              <a:rPr lang="en-US" smtClean="0"/>
              <a:t>5/9/2026</a:t>
            </a:fld>
            <a:endParaRPr lang="en-US"/>
          </a:p>
        </p:txBody>
      </p:sp>
      <p:sp>
        <p:nvSpPr>
          <p:cNvPr id="6" name="Footer Placeholder 5">
            <a:extLst>
              <a:ext uri="{FF2B5EF4-FFF2-40B4-BE49-F238E27FC236}">
                <a16:creationId xmlns:a16="http://schemas.microsoft.com/office/drawing/2014/main" id="{C1CB1020-5778-CE88-E019-D06DAA2123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EDD523-4013-1445-61F3-D3FA61F109A0}"/>
              </a:ext>
            </a:extLst>
          </p:cNvPr>
          <p:cNvSpPr>
            <a:spLocks noGrp="1"/>
          </p:cNvSpPr>
          <p:nvPr>
            <p:ph type="sldNum" sz="quarter" idx="12"/>
          </p:nvPr>
        </p:nvSpPr>
        <p:spPr/>
        <p:txBody>
          <a:bodyPr/>
          <a:lstStyle/>
          <a:p>
            <a:fld id="{49027CEE-3D3A-40F4-B78B-69189DECADD0}" type="slidenum">
              <a:rPr lang="en-US" smtClean="0"/>
              <a:t>‹#›</a:t>
            </a:fld>
            <a:endParaRPr lang="en-US"/>
          </a:p>
        </p:txBody>
      </p:sp>
    </p:spTree>
    <p:extLst>
      <p:ext uri="{BB962C8B-B14F-4D97-AF65-F5344CB8AC3E}">
        <p14:creationId xmlns:p14="http://schemas.microsoft.com/office/powerpoint/2010/main" val="2232536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BAD3B-2ADF-8F57-4588-2993E3720C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742F06-2BF6-9681-7D09-0665D001F3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4CAF88-DCA3-3C9D-E1D2-D29350B745E0}"/>
              </a:ext>
            </a:extLst>
          </p:cNvPr>
          <p:cNvSpPr>
            <a:spLocks noGrp="1"/>
          </p:cNvSpPr>
          <p:nvPr>
            <p:ph type="dt" sz="half" idx="10"/>
          </p:nvPr>
        </p:nvSpPr>
        <p:spPr/>
        <p:txBody>
          <a:bodyPr/>
          <a:lstStyle/>
          <a:p>
            <a:fld id="{B6F85A48-F516-45F8-A2C6-731159B94AE5}" type="datetimeFigureOut">
              <a:rPr lang="en-US" smtClean="0"/>
              <a:t>5/9/2026</a:t>
            </a:fld>
            <a:endParaRPr lang="en-US"/>
          </a:p>
        </p:txBody>
      </p:sp>
      <p:sp>
        <p:nvSpPr>
          <p:cNvPr id="5" name="Footer Placeholder 4">
            <a:extLst>
              <a:ext uri="{FF2B5EF4-FFF2-40B4-BE49-F238E27FC236}">
                <a16:creationId xmlns:a16="http://schemas.microsoft.com/office/drawing/2014/main" id="{562908B5-50D7-93FF-4E1E-5B7D4B9A0F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ADDD88-DF3D-5129-04C7-A988E3DCE121}"/>
              </a:ext>
            </a:extLst>
          </p:cNvPr>
          <p:cNvSpPr>
            <a:spLocks noGrp="1"/>
          </p:cNvSpPr>
          <p:nvPr>
            <p:ph type="sldNum" sz="quarter" idx="12"/>
          </p:nvPr>
        </p:nvSpPr>
        <p:spPr/>
        <p:txBody>
          <a:bodyPr/>
          <a:lstStyle/>
          <a:p>
            <a:fld id="{49027CEE-3D3A-40F4-B78B-69189DECADD0}" type="slidenum">
              <a:rPr lang="en-US" smtClean="0"/>
              <a:t>‹#›</a:t>
            </a:fld>
            <a:endParaRPr lang="en-US"/>
          </a:p>
        </p:txBody>
      </p:sp>
    </p:spTree>
    <p:extLst>
      <p:ext uri="{BB962C8B-B14F-4D97-AF65-F5344CB8AC3E}">
        <p14:creationId xmlns:p14="http://schemas.microsoft.com/office/powerpoint/2010/main" val="1699411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B6AD58-5342-4B7B-F9AD-213A02D393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81D419-88E0-D0B8-BA09-371C665F4B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FD3A44-8BCB-33E7-0B5B-741EC9E5547B}"/>
              </a:ext>
            </a:extLst>
          </p:cNvPr>
          <p:cNvSpPr>
            <a:spLocks noGrp="1"/>
          </p:cNvSpPr>
          <p:nvPr>
            <p:ph type="dt" sz="half" idx="10"/>
          </p:nvPr>
        </p:nvSpPr>
        <p:spPr/>
        <p:txBody>
          <a:bodyPr/>
          <a:lstStyle/>
          <a:p>
            <a:fld id="{B6F85A48-F516-45F8-A2C6-731159B94AE5}" type="datetimeFigureOut">
              <a:rPr lang="en-US" smtClean="0"/>
              <a:t>5/9/2026</a:t>
            </a:fld>
            <a:endParaRPr lang="en-US"/>
          </a:p>
        </p:txBody>
      </p:sp>
      <p:sp>
        <p:nvSpPr>
          <p:cNvPr id="5" name="Footer Placeholder 4">
            <a:extLst>
              <a:ext uri="{FF2B5EF4-FFF2-40B4-BE49-F238E27FC236}">
                <a16:creationId xmlns:a16="http://schemas.microsoft.com/office/drawing/2014/main" id="{98B70D03-6787-5D6B-5614-A91B0E79FB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068EAC-C89D-72AB-7493-6FF4B46B2788}"/>
              </a:ext>
            </a:extLst>
          </p:cNvPr>
          <p:cNvSpPr>
            <a:spLocks noGrp="1"/>
          </p:cNvSpPr>
          <p:nvPr>
            <p:ph type="sldNum" sz="quarter" idx="12"/>
          </p:nvPr>
        </p:nvSpPr>
        <p:spPr/>
        <p:txBody>
          <a:bodyPr/>
          <a:lstStyle/>
          <a:p>
            <a:fld id="{49027CEE-3D3A-40F4-B78B-69189DECADD0}" type="slidenum">
              <a:rPr lang="en-US" smtClean="0"/>
              <a:t>‹#›</a:t>
            </a:fld>
            <a:endParaRPr lang="en-US"/>
          </a:p>
        </p:txBody>
      </p:sp>
    </p:spTree>
    <p:extLst>
      <p:ext uri="{BB962C8B-B14F-4D97-AF65-F5344CB8AC3E}">
        <p14:creationId xmlns:p14="http://schemas.microsoft.com/office/powerpoint/2010/main" val="3730509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4984C6-0514-AC91-27BE-3C249C0FB1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0B390D-BEC1-D95E-54E8-1FC5D102F4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DA5889-0DDD-1F78-7B03-7A299DD78C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F85A48-F516-45F8-A2C6-731159B94AE5}" type="datetimeFigureOut">
              <a:rPr lang="en-US" smtClean="0"/>
              <a:t>5/9/2026</a:t>
            </a:fld>
            <a:endParaRPr lang="en-US"/>
          </a:p>
        </p:txBody>
      </p:sp>
      <p:sp>
        <p:nvSpPr>
          <p:cNvPr id="5" name="Footer Placeholder 4">
            <a:extLst>
              <a:ext uri="{FF2B5EF4-FFF2-40B4-BE49-F238E27FC236}">
                <a16:creationId xmlns:a16="http://schemas.microsoft.com/office/drawing/2014/main" id="{E88F029B-A23A-8DFA-A4A3-13494ADD17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F9FC9F5-3ABF-9BE1-55B5-450F353726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027CEE-3D3A-40F4-B78B-69189DECADD0}" type="slidenum">
              <a:rPr lang="en-US" smtClean="0"/>
              <a:t>‹#›</a:t>
            </a:fld>
            <a:endParaRPr lang="en-US"/>
          </a:p>
        </p:txBody>
      </p:sp>
    </p:spTree>
    <p:extLst>
      <p:ext uri="{BB962C8B-B14F-4D97-AF65-F5344CB8AC3E}">
        <p14:creationId xmlns:p14="http://schemas.microsoft.com/office/powerpoint/2010/main" val="225256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63C1F321-BB96-4700-B3CE-1A6156067F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3FA1AD64-F15F-417D-956C-B2C211FC90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1" y="0"/>
            <a:ext cx="6064235" cy="6858000"/>
            <a:chOff x="651279" y="598259"/>
            <a:chExt cx="10889442" cy="5680742"/>
          </a:xfrm>
        </p:grpSpPr>
        <p:sp>
          <p:nvSpPr>
            <p:cNvPr id="13" name="Color">
              <a:extLst>
                <a:ext uri="{FF2B5EF4-FFF2-40B4-BE49-F238E27FC236}">
                  <a16:creationId xmlns:a16="http://schemas.microsoft.com/office/drawing/2014/main" id="{5F3C79B0-E0DE-407E-B550-3FDEB67B0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A1A2DFA8-F321-4204-9B31-A3713BC652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D9F5248F-0169-6856-2A5B-2046758885CC}"/>
              </a:ext>
            </a:extLst>
          </p:cNvPr>
          <p:cNvSpPr>
            <a:spLocks noGrp="1"/>
          </p:cNvSpPr>
          <p:nvPr>
            <p:ph type="ctrTitle"/>
          </p:nvPr>
        </p:nvSpPr>
        <p:spPr>
          <a:xfrm>
            <a:off x="789708" y="841664"/>
            <a:ext cx="4874661" cy="5156800"/>
          </a:xfrm>
        </p:spPr>
        <p:txBody>
          <a:bodyPr anchor="ctr">
            <a:normAutofit/>
          </a:bodyPr>
          <a:lstStyle/>
          <a:p>
            <a:pPr algn="l"/>
            <a:r>
              <a:rPr lang="en-US" sz="4400">
                <a:solidFill>
                  <a:schemeClr val="bg1"/>
                </a:solidFill>
              </a:rPr>
              <a:t>INTEGRATING ARTIFICIAL INTELLIGENCE INTO CONSTRUCTION: CHALLENGES, BENEFITS, AND STRATEGIES</a:t>
            </a:r>
          </a:p>
        </p:txBody>
      </p:sp>
      <p:sp>
        <p:nvSpPr>
          <p:cNvPr id="3" name="Subtitle 2">
            <a:extLst>
              <a:ext uri="{FF2B5EF4-FFF2-40B4-BE49-F238E27FC236}">
                <a16:creationId xmlns:a16="http://schemas.microsoft.com/office/drawing/2014/main" id="{8523AE98-E1CF-96E6-D90B-D1B6D64A6BF0}"/>
              </a:ext>
            </a:extLst>
          </p:cNvPr>
          <p:cNvSpPr>
            <a:spLocks noGrp="1"/>
          </p:cNvSpPr>
          <p:nvPr>
            <p:ph type="subTitle" idx="1"/>
          </p:nvPr>
        </p:nvSpPr>
        <p:spPr>
          <a:xfrm>
            <a:off x="6534687" y="841664"/>
            <a:ext cx="4867605" cy="5156800"/>
          </a:xfrm>
        </p:spPr>
        <p:txBody>
          <a:bodyPr anchor="ctr">
            <a:normAutofit/>
          </a:bodyPr>
          <a:lstStyle/>
          <a:p>
            <a:pPr algn="l"/>
            <a:r>
              <a:rPr lang="en-US">
                <a:solidFill>
                  <a:schemeClr val="tx2"/>
                </a:solidFill>
              </a:rPr>
              <a:t>Week 12 Ed Elowson</a:t>
            </a:r>
          </a:p>
        </p:txBody>
      </p:sp>
    </p:spTree>
    <p:extLst>
      <p:ext uri="{BB962C8B-B14F-4D97-AF65-F5344CB8AC3E}">
        <p14:creationId xmlns:p14="http://schemas.microsoft.com/office/powerpoint/2010/main" val="3668272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Fill">
            <a:extLst>
              <a:ext uri="{FF2B5EF4-FFF2-40B4-BE49-F238E27FC236}">
                <a16:creationId xmlns:a16="http://schemas.microsoft.com/office/drawing/2014/main" id="{03AF1C04-3FEF-41BD-BB84-2F263765BE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2DD5E267-EB6F-47DF-ABEF-2C1BED44DA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15" name="Color Cover">
              <a:extLst>
                <a:ext uri="{FF2B5EF4-FFF2-40B4-BE49-F238E27FC236}">
                  <a16:creationId xmlns:a16="http://schemas.microsoft.com/office/drawing/2014/main" id="{4BA86AA3-0623-4268-861E-ADA01A7C07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Cover">
              <a:extLst>
                <a:ext uri="{FF2B5EF4-FFF2-40B4-BE49-F238E27FC236}">
                  <a16:creationId xmlns:a16="http://schemas.microsoft.com/office/drawing/2014/main" id="{72692EF2-4C1F-4ED7-9C00-6CF92783E2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66828D02-A05D-412B-9F20-B68E970B9F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19" name="Color">
              <a:extLst>
                <a:ext uri="{FF2B5EF4-FFF2-40B4-BE49-F238E27FC236}">
                  <a16:creationId xmlns:a16="http://schemas.microsoft.com/office/drawing/2014/main" id="{A1A8E50E-11DE-480E-A93B-F503760BCC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Color">
              <a:extLst>
                <a:ext uri="{FF2B5EF4-FFF2-40B4-BE49-F238E27FC236}">
                  <a16:creationId xmlns:a16="http://schemas.microsoft.com/office/drawing/2014/main" id="{D2E2EE99-89A4-435B-B61A-3C8B5B2B2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Content Placeholder 4">
            <a:extLst>
              <a:ext uri="{FF2B5EF4-FFF2-40B4-BE49-F238E27FC236}">
                <a16:creationId xmlns:a16="http://schemas.microsoft.com/office/drawing/2014/main" id="{E4AC172F-546F-0451-F9A3-FCDF374A0BF9}"/>
              </a:ext>
            </a:extLst>
          </p:cNvPr>
          <p:cNvPicPr>
            <a:picLocks noChangeAspect="1"/>
          </p:cNvPicPr>
          <p:nvPr/>
        </p:nvPicPr>
        <p:blipFill>
          <a:blip r:embed="rId2"/>
          <a:stretch>
            <a:fillRect/>
          </a:stretch>
        </p:blipFill>
        <p:spPr>
          <a:xfrm>
            <a:off x="4778591" y="454151"/>
            <a:ext cx="5771207" cy="5949698"/>
          </a:xfrm>
          <a:prstGeom prst="rect">
            <a:avLst/>
          </a:prstGeom>
        </p:spPr>
      </p:pic>
      <p:grpSp>
        <p:nvGrpSpPr>
          <p:cNvPr id="22" name="Group 21">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3" name="Freeform: Shape 22">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085DDCD3-00AC-1E07-ECF2-58F6E80774E7}"/>
              </a:ext>
            </a:extLst>
          </p:cNvPr>
          <p:cNvSpPr>
            <a:spLocks noGrp="1"/>
          </p:cNvSpPr>
          <p:nvPr>
            <p:ph type="title"/>
          </p:nvPr>
        </p:nvSpPr>
        <p:spPr>
          <a:xfrm>
            <a:off x="1014985" y="819015"/>
            <a:ext cx="5501548" cy="2353362"/>
          </a:xfrm>
        </p:spPr>
        <p:txBody>
          <a:bodyPr anchor="b">
            <a:normAutofit/>
          </a:bodyPr>
          <a:lstStyle/>
          <a:p>
            <a:r>
              <a:rPr lang="en-US" sz="4800">
                <a:solidFill>
                  <a:schemeClr val="bg1"/>
                </a:solidFill>
              </a:rPr>
              <a:t>Screenshot</a:t>
            </a:r>
          </a:p>
        </p:txBody>
      </p:sp>
    </p:spTree>
    <p:extLst>
      <p:ext uri="{BB962C8B-B14F-4D97-AF65-F5344CB8AC3E}">
        <p14:creationId xmlns:p14="http://schemas.microsoft.com/office/powerpoint/2010/main" val="1582826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03AF1C04-3FEF-41BD-BB84-2F263765BE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2DD5E267-EB6F-47DF-ABEF-2C1BED44DA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13" name="Color Cover">
              <a:extLst>
                <a:ext uri="{FF2B5EF4-FFF2-40B4-BE49-F238E27FC236}">
                  <a16:creationId xmlns:a16="http://schemas.microsoft.com/office/drawing/2014/main" id="{4BA86AA3-0623-4268-861E-ADA01A7C07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Cover">
              <a:extLst>
                <a:ext uri="{FF2B5EF4-FFF2-40B4-BE49-F238E27FC236}">
                  <a16:creationId xmlns:a16="http://schemas.microsoft.com/office/drawing/2014/main" id="{72692EF2-4C1F-4ED7-9C00-6CF92783E2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66828D02-A05D-412B-9F20-B68E970B9F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17" name="Color">
              <a:extLst>
                <a:ext uri="{FF2B5EF4-FFF2-40B4-BE49-F238E27FC236}">
                  <a16:creationId xmlns:a16="http://schemas.microsoft.com/office/drawing/2014/main" id="{A1A8E50E-11DE-480E-A93B-F503760BCC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olor">
              <a:extLst>
                <a:ext uri="{FF2B5EF4-FFF2-40B4-BE49-F238E27FC236}">
                  <a16:creationId xmlns:a16="http://schemas.microsoft.com/office/drawing/2014/main" id="{D2E2EE99-89A4-435B-B61A-3C8B5B2B2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7" name="Graphic 6" descr="Link">
            <a:extLst>
              <a:ext uri="{FF2B5EF4-FFF2-40B4-BE49-F238E27FC236}">
                <a16:creationId xmlns:a16="http://schemas.microsoft.com/office/drawing/2014/main" id="{AB124C58-78D9-C12D-8508-F202C44CDD7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77026" y="1131373"/>
            <a:ext cx="4571936" cy="4571936"/>
          </a:xfrm>
          <a:prstGeom prst="rect">
            <a:avLst/>
          </a:prstGeom>
        </p:spPr>
      </p:pic>
      <p:grpSp>
        <p:nvGrpSpPr>
          <p:cNvPr id="20" name="Group 19">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1" name="Freeform: Shape 20">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5F99522A-CFEA-1C53-561B-887031448C89}"/>
              </a:ext>
            </a:extLst>
          </p:cNvPr>
          <p:cNvSpPr>
            <a:spLocks noGrp="1"/>
          </p:cNvSpPr>
          <p:nvPr>
            <p:ph type="title"/>
          </p:nvPr>
        </p:nvSpPr>
        <p:spPr>
          <a:xfrm>
            <a:off x="1014985" y="819015"/>
            <a:ext cx="5501548" cy="2353362"/>
          </a:xfrm>
        </p:spPr>
        <p:txBody>
          <a:bodyPr anchor="b">
            <a:normAutofit/>
          </a:bodyPr>
          <a:lstStyle/>
          <a:p>
            <a:r>
              <a:rPr lang="en-US" sz="4800">
                <a:solidFill>
                  <a:schemeClr val="bg1"/>
                </a:solidFill>
              </a:rPr>
              <a:t>Link to the source</a:t>
            </a:r>
          </a:p>
        </p:txBody>
      </p:sp>
      <p:sp>
        <p:nvSpPr>
          <p:cNvPr id="3" name="Content Placeholder 2">
            <a:extLst>
              <a:ext uri="{FF2B5EF4-FFF2-40B4-BE49-F238E27FC236}">
                <a16:creationId xmlns:a16="http://schemas.microsoft.com/office/drawing/2014/main" id="{DA869701-A5EA-7CFC-E483-42464E246513}"/>
              </a:ext>
            </a:extLst>
          </p:cNvPr>
          <p:cNvSpPr>
            <a:spLocks noGrp="1"/>
          </p:cNvSpPr>
          <p:nvPr>
            <p:ph idx="1"/>
          </p:nvPr>
        </p:nvSpPr>
        <p:spPr>
          <a:xfrm>
            <a:off x="1014985" y="3442089"/>
            <a:ext cx="5501548" cy="2573579"/>
          </a:xfrm>
        </p:spPr>
        <p:txBody>
          <a:bodyPr anchor="t">
            <a:normAutofit/>
          </a:bodyPr>
          <a:lstStyle/>
          <a:p>
            <a:r>
              <a:rPr lang="en-US" sz="1800">
                <a:solidFill>
                  <a:schemeClr val="bg1"/>
                </a:solidFill>
              </a:rPr>
              <a:t>https://www.iaarc.org/publications/fulltext/04_6_CCC2025_Paper.pdf</a:t>
            </a:r>
          </a:p>
        </p:txBody>
      </p:sp>
    </p:spTree>
    <p:extLst>
      <p:ext uri="{BB962C8B-B14F-4D97-AF65-F5344CB8AC3E}">
        <p14:creationId xmlns:p14="http://schemas.microsoft.com/office/powerpoint/2010/main" val="4159654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907E470A-25F4-47D0-8FEC-EE9FD606B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6220E63-99E1-482A-A0A6-B47EB4BF87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11" name="Color Cover">
              <a:extLst>
                <a:ext uri="{FF2B5EF4-FFF2-40B4-BE49-F238E27FC236}">
                  <a16:creationId xmlns:a16="http://schemas.microsoft.com/office/drawing/2014/main" id="{F8610896-EA5E-4BE8-8398-C1AFC049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Cover">
              <a:extLst>
                <a:ext uri="{FF2B5EF4-FFF2-40B4-BE49-F238E27FC236}">
                  <a16:creationId xmlns:a16="http://schemas.microsoft.com/office/drawing/2014/main" id="{F44E9794-9C4B-427F-BB50-89D893347D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Group 13">
            <a:extLst>
              <a:ext uri="{FF2B5EF4-FFF2-40B4-BE49-F238E27FC236}">
                <a16:creationId xmlns:a16="http://schemas.microsoft.com/office/drawing/2014/main" id="{8618EE54-271A-4FE8-B6B3-D0FCF55A7A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15" name="Color">
              <a:extLst>
                <a:ext uri="{FF2B5EF4-FFF2-40B4-BE49-F238E27FC236}">
                  <a16:creationId xmlns:a16="http://schemas.microsoft.com/office/drawing/2014/main" id="{ECA6F781-4382-4525-9DA8-9D66605F87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209C186B-2883-498E-A176-6B60F8B51B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9" name="Freeform: Shape 18">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F993DC7A-B2B3-D640-7F61-A3EBC5C33713}"/>
              </a:ext>
            </a:extLst>
          </p:cNvPr>
          <p:cNvSpPr>
            <a:spLocks noGrp="1"/>
          </p:cNvSpPr>
          <p:nvPr>
            <p:ph type="title"/>
          </p:nvPr>
        </p:nvSpPr>
        <p:spPr>
          <a:xfrm>
            <a:off x="1014984" y="891712"/>
            <a:ext cx="5309616" cy="5160789"/>
          </a:xfrm>
        </p:spPr>
        <p:txBody>
          <a:bodyPr anchor="ctr">
            <a:normAutofit/>
          </a:bodyPr>
          <a:lstStyle/>
          <a:p>
            <a:r>
              <a:rPr lang="en-US" sz="4800">
                <a:solidFill>
                  <a:schemeClr val="bg1"/>
                </a:solidFill>
              </a:rPr>
              <a:t>Main Findings</a:t>
            </a:r>
          </a:p>
        </p:txBody>
      </p:sp>
      <p:sp>
        <p:nvSpPr>
          <p:cNvPr id="3" name="Content Placeholder 2">
            <a:extLst>
              <a:ext uri="{FF2B5EF4-FFF2-40B4-BE49-F238E27FC236}">
                <a16:creationId xmlns:a16="http://schemas.microsoft.com/office/drawing/2014/main" id="{DF1036AF-8D83-0A75-AD6A-9EECDEC21C11}"/>
              </a:ext>
            </a:extLst>
          </p:cNvPr>
          <p:cNvSpPr>
            <a:spLocks noGrp="1"/>
          </p:cNvSpPr>
          <p:nvPr>
            <p:ph idx="1"/>
          </p:nvPr>
        </p:nvSpPr>
        <p:spPr>
          <a:xfrm>
            <a:off x="6412302" y="891713"/>
            <a:ext cx="4584882" cy="5160790"/>
          </a:xfrm>
        </p:spPr>
        <p:txBody>
          <a:bodyPr anchor="ctr">
            <a:normAutofit/>
          </a:bodyPr>
          <a:lstStyle/>
          <a:p>
            <a:r>
              <a:rPr lang="en-US" sz="1700">
                <a:solidFill>
                  <a:schemeClr val="bg1"/>
                </a:solidFill>
              </a:rPr>
              <a:t>The article concludes that AI has </a:t>
            </a:r>
            <a:r>
              <a:rPr lang="en-US" sz="1700" b="1">
                <a:solidFill>
                  <a:schemeClr val="bg1"/>
                </a:solidFill>
              </a:rPr>
              <a:t>major transformative potential</a:t>
            </a:r>
            <a:r>
              <a:rPr lang="en-US" sz="1700">
                <a:solidFill>
                  <a:schemeClr val="bg1"/>
                </a:solidFill>
              </a:rPr>
              <a:t> in construction but faces equally significant barriers. After reviewing 85 peer‑reviewed studies, the authors identify </a:t>
            </a:r>
            <a:r>
              <a:rPr lang="en-US" sz="1700" b="1">
                <a:solidFill>
                  <a:schemeClr val="bg1"/>
                </a:solidFill>
              </a:rPr>
              <a:t>354 AI use cases</a:t>
            </a:r>
            <a:r>
              <a:rPr lang="en-US" sz="1700">
                <a:solidFill>
                  <a:schemeClr val="bg1"/>
                </a:solidFill>
              </a:rPr>
              <a:t>, </a:t>
            </a:r>
            <a:r>
              <a:rPr lang="en-US" sz="1700" b="1">
                <a:solidFill>
                  <a:schemeClr val="bg1"/>
                </a:solidFill>
              </a:rPr>
              <a:t>180 benefits</a:t>
            </a:r>
            <a:r>
              <a:rPr lang="en-US" sz="1700">
                <a:solidFill>
                  <a:schemeClr val="bg1"/>
                </a:solidFill>
              </a:rPr>
              <a:t>, and </a:t>
            </a:r>
            <a:r>
              <a:rPr lang="en-US" sz="1700" b="1">
                <a:solidFill>
                  <a:schemeClr val="bg1"/>
                </a:solidFill>
              </a:rPr>
              <a:t>173 challenges</a:t>
            </a:r>
            <a:r>
              <a:rPr lang="en-US" sz="1700">
                <a:solidFill>
                  <a:schemeClr val="bg1"/>
                </a:solidFill>
              </a:rPr>
              <a:t>. The most impactful applications include </a:t>
            </a:r>
            <a:r>
              <a:rPr lang="en-US" sz="1700" b="1">
                <a:solidFill>
                  <a:schemeClr val="bg1"/>
                </a:solidFill>
              </a:rPr>
              <a:t>safety monitoring</a:t>
            </a:r>
            <a:r>
              <a:rPr lang="en-US" sz="1700">
                <a:solidFill>
                  <a:schemeClr val="bg1"/>
                </a:solidFill>
              </a:rPr>
              <a:t>, </a:t>
            </a:r>
            <a:r>
              <a:rPr lang="en-US" sz="1700" b="1">
                <a:solidFill>
                  <a:schemeClr val="bg1"/>
                </a:solidFill>
              </a:rPr>
              <a:t>design automation</a:t>
            </a:r>
            <a:r>
              <a:rPr lang="en-US" sz="1700">
                <a:solidFill>
                  <a:schemeClr val="bg1"/>
                </a:solidFill>
              </a:rPr>
              <a:t>, </a:t>
            </a:r>
            <a:r>
              <a:rPr lang="en-US" sz="1700" b="1">
                <a:solidFill>
                  <a:schemeClr val="bg1"/>
                </a:solidFill>
              </a:rPr>
              <a:t>operational efficiency</a:t>
            </a:r>
            <a:r>
              <a:rPr lang="en-US" sz="1700">
                <a:solidFill>
                  <a:schemeClr val="bg1"/>
                </a:solidFill>
              </a:rPr>
              <a:t>, and </a:t>
            </a:r>
            <a:r>
              <a:rPr lang="en-US" sz="1700" b="1">
                <a:solidFill>
                  <a:schemeClr val="bg1"/>
                </a:solidFill>
              </a:rPr>
              <a:t>sustainability improvements</a:t>
            </a:r>
            <a:r>
              <a:rPr lang="en-US" sz="1700">
                <a:solidFill>
                  <a:schemeClr val="bg1"/>
                </a:solidFill>
              </a:rPr>
              <a:t>. The most frequently cited benefits are </a:t>
            </a:r>
            <a:r>
              <a:rPr lang="en-US" sz="1700" b="1">
                <a:solidFill>
                  <a:schemeClr val="bg1"/>
                </a:solidFill>
              </a:rPr>
              <a:t>operational efficiency</a:t>
            </a:r>
            <a:r>
              <a:rPr lang="en-US" sz="1700">
                <a:solidFill>
                  <a:schemeClr val="bg1"/>
                </a:solidFill>
              </a:rPr>
              <a:t>, </a:t>
            </a:r>
            <a:r>
              <a:rPr lang="en-US" sz="1700" b="1">
                <a:solidFill>
                  <a:schemeClr val="bg1"/>
                </a:solidFill>
              </a:rPr>
              <a:t>safety and risk management</a:t>
            </a:r>
            <a:r>
              <a:rPr lang="en-US" sz="1700">
                <a:solidFill>
                  <a:schemeClr val="bg1"/>
                </a:solidFill>
              </a:rPr>
              <a:t>, and </a:t>
            </a:r>
            <a:r>
              <a:rPr lang="en-US" sz="1700" b="1">
                <a:solidFill>
                  <a:schemeClr val="bg1"/>
                </a:solidFill>
              </a:rPr>
              <a:t>quality improvement</a:t>
            </a:r>
            <a:r>
              <a:rPr lang="en-US" sz="1700">
                <a:solidFill>
                  <a:schemeClr val="bg1"/>
                </a:solidFill>
              </a:rPr>
              <a:t>. However, adoption is slowed by challenges such as </a:t>
            </a:r>
            <a:r>
              <a:rPr lang="en-US" sz="1700" b="1">
                <a:solidFill>
                  <a:schemeClr val="bg1"/>
                </a:solidFill>
              </a:rPr>
              <a:t>data scarcity</a:t>
            </a:r>
            <a:r>
              <a:rPr lang="en-US" sz="1700">
                <a:solidFill>
                  <a:schemeClr val="bg1"/>
                </a:solidFill>
              </a:rPr>
              <a:t>, </a:t>
            </a:r>
            <a:r>
              <a:rPr lang="en-US" sz="1700" b="1">
                <a:solidFill>
                  <a:schemeClr val="bg1"/>
                </a:solidFill>
              </a:rPr>
              <a:t>high implementation costs</a:t>
            </a:r>
            <a:r>
              <a:rPr lang="en-US" sz="1700">
                <a:solidFill>
                  <a:schemeClr val="bg1"/>
                </a:solidFill>
              </a:rPr>
              <a:t>, </a:t>
            </a:r>
            <a:r>
              <a:rPr lang="en-US" sz="1700" b="1">
                <a:solidFill>
                  <a:schemeClr val="bg1"/>
                </a:solidFill>
              </a:rPr>
              <a:t>technical limitations</a:t>
            </a:r>
            <a:r>
              <a:rPr lang="en-US" sz="1700">
                <a:solidFill>
                  <a:schemeClr val="bg1"/>
                </a:solidFill>
              </a:rPr>
              <a:t>, and—critically—</a:t>
            </a:r>
            <a:r>
              <a:rPr lang="en-US" sz="1700" b="1">
                <a:solidFill>
                  <a:schemeClr val="bg1"/>
                </a:solidFill>
              </a:rPr>
              <a:t>“lack of regulatory frameworks”</a:t>
            </a:r>
            <a:r>
              <a:rPr lang="en-US" sz="1700">
                <a:solidFill>
                  <a:schemeClr val="bg1"/>
                </a:solidFill>
              </a:rPr>
              <a:t> (quoted from the article). To address these issues, the authors propose an </a:t>
            </a:r>
            <a:r>
              <a:rPr lang="en-US" sz="1700" b="1">
                <a:solidFill>
                  <a:schemeClr val="bg1"/>
                </a:solidFill>
              </a:rPr>
              <a:t>eight‑step AI adoption framework</a:t>
            </a:r>
            <a:r>
              <a:rPr lang="en-US" sz="1700">
                <a:solidFill>
                  <a:schemeClr val="bg1"/>
                </a:solidFill>
              </a:rPr>
              <a:t> that guides organizations from readiness assessment to scaling solutions.</a:t>
            </a:r>
          </a:p>
          <a:p>
            <a:endParaRPr lang="en-US" sz="1700">
              <a:solidFill>
                <a:schemeClr val="bg1"/>
              </a:solidFill>
            </a:endParaRPr>
          </a:p>
        </p:txBody>
      </p:sp>
    </p:spTree>
    <p:extLst>
      <p:ext uri="{BB962C8B-B14F-4D97-AF65-F5344CB8AC3E}">
        <p14:creationId xmlns:p14="http://schemas.microsoft.com/office/powerpoint/2010/main" val="3838664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531029-BFD5-A321-9C96-B9B1ED0F0AAD}"/>
            </a:ext>
          </a:extLst>
        </p:cNvPr>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907E470A-25F4-47D0-8FEC-EE9FD606B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6220E63-99E1-482A-A0A6-B47EB4BF87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11" name="Color Cover">
              <a:extLst>
                <a:ext uri="{FF2B5EF4-FFF2-40B4-BE49-F238E27FC236}">
                  <a16:creationId xmlns:a16="http://schemas.microsoft.com/office/drawing/2014/main" id="{F8610896-EA5E-4BE8-8398-C1AFC049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Cover">
              <a:extLst>
                <a:ext uri="{FF2B5EF4-FFF2-40B4-BE49-F238E27FC236}">
                  <a16:creationId xmlns:a16="http://schemas.microsoft.com/office/drawing/2014/main" id="{F44E9794-9C4B-427F-BB50-89D893347D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Group 13">
            <a:extLst>
              <a:ext uri="{FF2B5EF4-FFF2-40B4-BE49-F238E27FC236}">
                <a16:creationId xmlns:a16="http://schemas.microsoft.com/office/drawing/2014/main" id="{8618EE54-271A-4FE8-B6B3-D0FCF55A7A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15" name="Color">
              <a:extLst>
                <a:ext uri="{FF2B5EF4-FFF2-40B4-BE49-F238E27FC236}">
                  <a16:creationId xmlns:a16="http://schemas.microsoft.com/office/drawing/2014/main" id="{ECA6F781-4382-4525-9DA8-9D66605F87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209C186B-2883-498E-A176-6B60F8B51B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9" name="Freeform: Shape 18">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8B852447-8842-4F37-B4AC-CBF8CFB6DF19}"/>
              </a:ext>
            </a:extLst>
          </p:cNvPr>
          <p:cNvSpPr>
            <a:spLocks noGrp="1"/>
          </p:cNvSpPr>
          <p:nvPr>
            <p:ph type="title"/>
          </p:nvPr>
        </p:nvSpPr>
        <p:spPr>
          <a:xfrm>
            <a:off x="1014984" y="891712"/>
            <a:ext cx="5309616" cy="5160789"/>
          </a:xfrm>
        </p:spPr>
        <p:txBody>
          <a:bodyPr anchor="ctr">
            <a:normAutofit/>
          </a:bodyPr>
          <a:lstStyle/>
          <a:p>
            <a:r>
              <a:rPr lang="en-US" sz="4800">
                <a:solidFill>
                  <a:schemeClr val="bg1"/>
                </a:solidFill>
              </a:rPr>
              <a:t>Broader Implications</a:t>
            </a:r>
          </a:p>
        </p:txBody>
      </p:sp>
      <p:sp>
        <p:nvSpPr>
          <p:cNvPr id="3" name="Content Placeholder 2">
            <a:extLst>
              <a:ext uri="{FF2B5EF4-FFF2-40B4-BE49-F238E27FC236}">
                <a16:creationId xmlns:a16="http://schemas.microsoft.com/office/drawing/2014/main" id="{5C70F300-D50F-2227-B3A1-795A52224289}"/>
              </a:ext>
            </a:extLst>
          </p:cNvPr>
          <p:cNvSpPr>
            <a:spLocks noGrp="1"/>
          </p:cNvSpPr>
          <p:nvPr>
            <p:ph idx="1"/>
          </p:nvPr>
        </p:nvSpPr>
        <p:spPr>
          <a:xfrm>
            <a:off x="6412302" y="891713"/>
            <a:ext cx="4584882" cy="5160790"/>
          </a:xfrm>
        </p:spPr>
        <p:txBody>
          <a:bodyPr anchor="ctr">
            <a:normAutofit/>
          </a:bodyPr>
          <a:lstStyle/>
          <a:p>
            <a:r>
              <a:rPr lang="en-US" sz="1500" dirty="0">
                <a:solidFill>
                  <a:schemeClr val="bg1"/>
                </a:solidFill>
              </a:rPr>
              <a:t>The findings suggest that AI’s integration into construction has implications far beyond the industry itself. Because construction represents </a:t>
            </a:r>
            <a:r>
              <a:rPr lang="en-US" sz="1500" b="1" dirty="0">
                <a:solidFill>
                  <a:schemeClr val="bg1"/>
                </a:solidFill>
              </a:rPr>
              <a:t>13% of global GDP</a:t>
            </a:r>
            <a:r>
              <a:rPr lang="en-US" sz="1500" dirty="0">
                <a:solidFill>
                  <a:schemeClr val="bg1"/>
                </a:solidFill>
              </a:rPr>
              <a:t>, improvements in efficiency, safety, and sustainability can have </a:t>
            </a:r>
            <a:r>
              <a:rPr lang="en-US" sz="1500" b="1" dirty="0">
                <a:solidFill>
                  <a:schemeClr val="bg1"/>
                </a:solidFill>
              </a:rPr>
              <a:t>large-scale economic and social benefits</a:t>
            </a:r>
            <a:r>
              <a:rPr lang="en-US" sz="1500" dirty="0">
                <a:solidFill>
                  <a:schemeClr val="bg1"/>
                </a:solidFill>
              </a:rPr>
              <a:t>. AI-driven safety systems can reduce workplace injuries, while automation and predictive analytics can lower costs and minimize waste—supporting broader societal goals such as </a:t>
            </a:r>
            <a:r>
              <a:rPr lang="en-US" sz="1500" b="1" dirty="0">
                <a:solidFill>
                  <a:schemeClr val="bg1"/>
                </a:solidFill>
              </a:rPr>
              <a:t>environmental sustainability</a:t>
            </a:r>
            <a:r>
              <a:rPr lang="en-US" sz="1500" dirty="0">
                <a:solidFill>
                  <a:schemeClr val="bg1"/>
                </a:solidFill>
              </a:rPr>
              <a:t> and </a:t>
            </a:r>
            <a:r>
              <a:rPr lang="en-US" sz="1500" b="1" dirty="0">
                <a:solidFill>
                  <a:schemeClr val="bg1"/>
                </a:solidFill>
              </a:rPr>
              <a:t>safer working conditions</a:t>
            </a:r>
            <a:r>
              <a:rPr lang="en-US" sz="1500" dirty="0">
                <a:solidFill>
                  <a:schemeClr val="bg1"/>
                </a:solidFill>
              </a:rPr>
              <a:t>. At the same time, the article highlights societal challenges, including </a:t>
            </a:r>
            <a:r>
              <a:rPr lang="en-US" sz="1500" b="1" dirty="0">
                <a:solidFill>
                  <a:schemeClr val="bg1"/>
                </a:solidFill>
              </a:rPr>
              <a:t>ethical concerns</a:t>
            </a:r>
            <a:r>
              <a:rPr lang="en-US" sz="1500" dirty="0">
                <a:solidFill>
                  <a:schemeClr val="bg1"/>
                </a:solidFill>
              </a:rPr>
              <a:t>, </a:t>
            </a:r>
            <a:r>
              <a:rPr lang="en-US" sz="1500" b="1" dirty="0">
                <a:solidFill>
                  <a:schemeClr val="bg1"/>
                </a:solidFill>
              </a:rPr>
              <a:t>data privacy</a:t>
            </a:r>
            <a:r>
              <a:rPr lang="en-US" sz="1500" dirty="0">
                <a:solidFill>
                  <a:schemeClr val="bg1"/>
                </a:solidFill>
              </a:rPr>
              <a:t>, and the need for </a:t>
            </a:r>
            <a:r>
              <a:rPr lang="en-US" sz="1500" b="1" dirty="0">
                <a:solidFill>
                  <a:schemeClr val="bg1"/>
                </a:solidFill>
              </a:rPr>
              <a:t>workforce reskilling</a:t>
            </a:r>
            <a:r>
              <a:rPr lang="en-US" sz="1500" dirty="0">
                <a:solidFill>
                  <a:schemeClr val="bg1"/>
                </a:solidFill>
              </a:rPr>
              <a:t>, noting that “ethical issues such as data privacy, job loss, and transparency” contribute to resistance. This underscores the need for public policy, education systems, and industry standards to evolve alongside AI.</a:t>
            </a:r>
          </a:p>
          <a:p>
            <a:endParaRPr lang="en-US" sz="1500" dirty="0">
              <a:solidFill>
                <a:schemeClr val="bg1"/>
              </a:solidFill>
            </a:endParaRPr>
          </a:p>
        </p:txBody>
      </p:sp>
    </p:spTree>
    <p:extLst>
      <p:ext uri="{BB962C8B-B14F-4D97-AF65-F5344CB8AC3E}">
        <p14:creationId xmlns:p14="http://schemas.microsoft.com/office/powerpoint/2010/main" val="894560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8CED4E-7F0A-203B-34F3-C34F5961CFB3}"/>
            </a:ext>
          </a:extLst>
        </p:cNvPr>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907E470A-25F4-47D0-8FEC-EE9FD606B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6220E63-99E1-482A-A0A6-B47EB4BF87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11" name="Color Cover">
              <a:extLst>
                <a:ext uri="{FF2B5EF4-FFF2-40B4-BE49-F238E27FC236}">
                  <a16:creationId xmlns:a16="http://schemas.microsoft.com/office/drawing/2014/main" id="{F8610896-EA5E-4BE8-8398-C1AFC049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Cover">
              <a:extLst>
                <a:ext uri="{FF2B5EF4-FFF2-40B4-BE49-F238E27FC236}">
                  <a16:creationId xmlns:a16="http://schemas.microsoft.com/office/drawing/2014/main" id="{F44E9794-9C4B-427F-BB50-89D893347D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Group 13">
            <a:extLst>
              <a:ext uri="{FF2B5EF4-FFF2-40B4-BE49-F238E27FC236}">
                <a16:creationId xmlns:a16="http://schemas.microsoft.com/office/drawing/2014/main" id="{8618EE54-271A-4FE8-B6B3-D0FCF55A7A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15" name="Color">
              <a:extLst>
                <a:ext uri="{FF2B5EF4-FFF2-40B4-BE49-F238E27FC236}">
                  <a16:creationId xmlns:a16="http://schemas.microsoft.com/office/drawing/2014/main" id="{ECA6F781-4382-4525-9DA8-9D66605F87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209C186B-2883-498E-A176-6B60F8B51B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9" name="Freeform: Shape 18">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AB88FB14-8273-C6FC-557A-E505F8D2E228}"/>
              </a:ext>
            </a:extLst>
          </p:cNvPr>
          <p:cNvSpPr>
            <a:spLocks noGrp="1"/>
          </p:cNvSpPr>
          <p:nvPr>
            <p:ph type="title"/>
          </p:nvPr>
        </p:nvSpPr>
        <p:spPr>
          <a:xfrm>
            <a:off x="1014984" y="891712"/>
            <a:ext cx="5309616" cy="5160789"/>
          </a:xfrm>
        </p:spPr>
        <p:txBody>
          <a:bodyPr anchor="ctr">
            <a:normAutofit/>
          </a:bodyPr>
          <a:lstStyle/>
          <a:p>
            <a:r>
              <a:rPr lang="en-US" sz="4800">
                <a:solidFill>
                  <a:schemeClr val="bg1"/>
                </a:solidFill>
              </a:rPr>
              <a:t>Relevance and Potential Influence in the Construction Industry</a:t>
            </a:r>
          </a:p>
        </p:txBody>
      </p:sp>
      <p:sp>
        <p:nvSpPr>
          <p:cNvPr id="3" name="Content Placeholder 2">
            <a:extLst>
              <a:ext uri="{FF2B5EF4-FFF2-40B4-BE49-F238E27FC236}">
                <a16:creationId xmlns:a16="http://schemas.microsoft.com/office/drawing/2014/main" id="{B622239F-0E2F-F111-1F01-A64E259A2E63}"/>
              </a:ext>
            </a:extLst>
          </p:cNvPr>
          <p:cNvSpPr>
            <a:spLocks noGrp="1"/>
          </p:cNvSpPr>
          <p:nvPr>
            <p:ph idx="1"/>
          </p:nvPr>
        </p:nvSpPr>
        <p:spPr>
          <a:xfrm>
            <a:off x="6412302" y="891713"/>
            <a:ext cx="4584882" cy="5160790"/>
          </a:xfrm>
        </p:spPr>
        <p:txBody>
          <a:bodyPr anchor="ctr">
            <a:normAutofit/>
          </a:bodyPr>
          <a:lstStyle/>
          <a:p>
            <a:r>
              <a:rPr lang="en-US" sz="1700">
                <a:solidFill>
                  <a:schemeClr val="bg1"/>
                </a:solidFill>
              </a:rPr>
              <a:t>For the construction sector, the article’s insights are highly actionable. AI can directly address chronic industry problems—</a:t>
            </a:r>
            <a:r>
              <a:rPr lang="en-US" sz="1700" b="1">
                <a:solidFill>
                  <a:schemeClr val="bg1"/>
                </a:solidFill>
              </a:rPr>
              <a:t>delays, cost overruns, safety incidents, and productivity gaps</a:t>
            </a:r>
            <a:r>
              <a:rPr lang="en-US" sz="1700">
                <a:solidFill>
                  <a:schemeClr val="bg1"/>
                </a:solidFill>
              </a:rPr>
              <a:t>—by enabling predictive analytics, automation, and real‑time monitoring. The study emphasizes that AI can “transform the industry to be more efficient, safe, and cost‑effective,” but only if organizations adopt structured strategies and governments develop </a:t>
            </a:r>
            <a:r>
              <a:rPr lang="en-US" sz="1700" b="1">
                <a:solidFill>
                  <a:schemeClr val="bg1"/>
                </a:solidFill>
              </a:rPr>
              <a:t>standardized AI regulatory policies</a:t>
            </a:r>
            <a:r>
              <a:rPr lang="en-US" sz="1700">
                <a:solidFill>
                  <a:schemeClr val="bg1"/>
                </a:solidFill>
              </a:rPr>
              <a:t>. The proposed eight‑step framework provides a roadmap for firms to adopt AI responsibly, while the identification of challenges (especially data and regulatory gaps) highlights where industry leaders and policymakers must focus. If implemented effectively, AI could shift construction toward a </a:t>
            </a:r>
            <a:r>
              <a:rPr lang="en-US" sz="1700" b="1">
                <a:solidFill>
                  <a:schemeClr val="bg1"/>
                </a:solidFill>
              </a:rPr>
              <a:t>data‑driven, automated, and more competitive future</a:t>
            </a:r>
            <a:r>
              <a:rPr lang="en-US" sz="1700">
                <a:solidFill>
                  <a:schemeClr val="bg1"/>
                </a:solidFill>
              </a:rPr>
              <a:t>.</a:t>
            </a:r>
          </a:p>
          <a:p>
            <a:endParaRPr lang="en-US" sz="1700">
              <a:solidFill>
                <a:schemeClr val="bg1"/>
              </a:solidFill>
            </a:endParaRPr>
          </a:p>
        </p:txBody>
      </p:sp>
    </p:spTree>
    <p:extLst>
      <p:ext uri="{BB962C8B-B14F-4D97-AF65-F5344CB8AC3E}">
        <p14:creationId xmlns:p14="http://schemas.microsoft.com/office/powerpoint/2010/main" val="2551735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lor Cover">
            <a:extLst>
              <a:ext uri="{FF2B5EF4-FFF2-40B4-BE49-F238E27FC236}">
                <a16:creationId xmlns:a16="http://schemas.microsoft.com/office/drawing/2014/main" id="{8B2B1708-8CE4-4A20-94F5-55118AE2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EC2D6DD8-FAD6-401D-9DE6-71DD04C980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6" name="Color">
              <a:extLst>
                <a:ext uri="{FF2B5EF4-FFF2-40B4-BE49-F238E27FC236}">
                  <a16:creationId xmlns:a16="http://schemas.microsoft.com/office/drawing/2014/main" id="{1BAD33E9-3181-4B0F-B82D-384777D81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Color">
              <a:extLst>
                <a:ext uri="{FF2B5EF4-FFF2-40B4-BE49-F238E27FC236}">
                  <a16:creationId xmlns:a16="http://schemas.microsoft.com/office/drawing/2014/main" id="{CF64871D-491F-4731-8BF2-391FF2F067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0" name="Freeform: Shape 19">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pic>
        <p:nvPicPr>
          <p:cNvPr id="6" name="Picture 5">
            <a:extLst>
              <a:ext uri="{FF2B5EF4-FFF2-40B4-BE49-F238E27FC236}">
                <a16:creationId xmlns:a16="http://schemas.microsoft.com/office/drawing/2014/main" id="{551B269B-DD28-59A3-755E-DE143B63D7FB}"/>
              </a:ext>
            </a:extLst>
          </p:cNvPr>
          <p:cNvPicPr>
            <a:picLocks noChangeAspect="1"/>
          </p:cNvPicPr>
          <p:nvPr/>
        </p:nvPicPr>
        <p:blipFill>
          <a:blip r:embed="rId2">
            <a:extLst>
              <a:ext uri="{28A0092B-C50C-407E-A947-70E740481C1C}">
                <a14:useLocalDpi xmlns:a14="http://schemas.microsoft.com/office/drawing/2010/main" val="0"/>
              </a:ext>
            </a:extLst>
          </a:blip>
          <a:srcRect t="3821" r="1" b="12713"/>
          <a:stretch>
            <a:fillRect/>
          </a:stretch>
        </p:blipFill>
        <p:spPr>
          <a:xfrm>
            <a:off x="643130" y="598259"/>
            <a:ext cx="10889442" cy="5680742"/>
          </a:xfrm>
          <a:prstGeom prst="rect">
            <a:avLst/>
          </a:prstGeom>
        </p:spPr>
      </p:pic>
      <p:sp>
        <p:nvSpPr>
          <p:cNvPr id="4" name="AutoShape 2">
            <a:extLst>
              <a:ext uri="{FF2B5EF4-FFF2-40B4-BE49-F238E27FC236}">
                <a16:creationId xmlns:a16="http://schemas.microsoft.com/office/drawing/2014/main" id="{71601297-F815-2A0C-D9D3-86E1745CA1B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448104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8B2B1708-8CE4-4A20-94F5-55118AE2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EC2D6DD8-FAD6-401D-9DE6-71DD04C980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3" name="Color">
              <a:extLst>
                <a:ext uri="{FF2B5EF4-FFF2-40B4-BE49-F238E27FC236}">
                  <a16:creationId xmlns:a16="http://schemas.microsoft.com/office/drawing/2014/main" id="{1BAD33E9-3181-4B0F-B82D-384777D81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CF64871D-491F-4731-8BF2-391FF2F067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pic>
        <p:nvPicPr>
          <p:cNvPr id="3" name="Picture 2">
            <a:extLst>
              <a:ext uri="{FF2B5EF4-FFF2-40B4-BE49-F238E27FC236}">
                <a16:creationId xmlns:a16="http://schemas.microsoft.com/office/drawing/2014/main" id="{10DD7115-4849-30AC-AA32-5A8ECA6E60C2}"/>
              </a:ext>
            </a:extLst>
          </p:cNvPr>
          <p:cNvPicPr>
            <a:picLocks noChangeAspect="1"/>
          </p:cNvPicPr>
          <p:nvPr/>
        </p:nvPicPr>
        <p:blipFill>
          <a:blip r:embed="rId2">
            <a:extLst>
              <a:ext uri="{28A0092B-C50C-407E-A947-70E740481C1C}">
                <a14:useLocalDpi xmlns:a14="http://schemas.microsoft.com/office/drawing/2010/main" val="0"/>
              </a:ext>
            </a:extLst>
          </a:blip>
          <a:srcRect r="1" b="21848"/>
          <a:stretch>
            <a:fillRect/>
          </a:stretch>
        </p:blipFill>
        <p:spPr>
          <a:xfrm>
            <a:off x="643130" y="598259"/>
            <a:ext cx="10889442" cy="5680742"/>
          </a:xfrm>
          <a:prstGeom prst="rect">
            <a:avLst/>
          </a:prstGeom>
        </p:spPr>
      </p:pic>
    </p:spTree>
    <p:extLst>
      <p:ext uri="{BB962C8B-B14F-4D97-AF65-F5344CB8AC3E}">
        <p14:creationId xmlns:p14="http://schemas.microsoft.com/office/powerpoint/2010/main" val="19271453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465</Words>
  <Application>Microsoft Office PowerPoint</Application>
  <PresentationFormat>Widescreen</PresentationFormat>
  <Paragraphs>11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INTEGRATING ARTIFICIAL INTELLIGENCE INTO CONSTRUCTION: CHALLENGES, BENEFITS, AND STRATEGIES</vt:lpstr>
      <vt:lpstr>Screenshot</vt:lpstr>
      <vt:lpstr>Link to the source</vt:lpstr>
      <vt:lpstr>Main Findings</vt:lpstr>
      <vt:lpstr>Broader Implications</vt:lpstr>
      <vt:lpstr>Relevance and Potential Influence in the Construction Industry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 Elowson</dc:creator>
  <cp:lastModifiedBy>Ed Elowson</cp:lastModifiedBy>
  <cp:revision>1</cp:revision>
  <dcterms:created xsi:type="dcterms:W3CDTF">2026-05-09T20:40:05Z</dcterms:created>
  <dcterms:modified xsi:type="dcterms:W3CDTF">2026-05-09T21:33:44Z</dcterms:modified>
</cp:coreProperties>
</file>