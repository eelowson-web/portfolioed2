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71" r:id="rId14"/>
    <p:sldId id="270" r:id="rId15"/>
    <p:sldId id="269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F952B-6F48-4C77-9F14-17179FEE1625}" v="30" dt="2026-05-07T18:53:35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 Elowson" userId="e02f2ad9-260d-48b9-ae49-41519fd3a61b" providerId="ADAL" clId="{23F062E9-8A7E-4154-82CB-2E761C864A24}"/>
    <pc:docChg chg="undo custSel addSld delSld modSld">
      <pc:chgData name="Ed Elowson" userId="e02f2ad9-260d-48b9-ae49-41519fd3a61b" providerId="ADAL" clId="{23F062E9-8A7E-4154-82CB-2E761C864A24}" dt="2026-05-07T18:53:42.226" v="488" actId="14100"/>
      <pc:docMkLst>
        <pc:docMk/>
      </pc:docMkLst>
      <pc:sldChg chg="addSp modSp mod setBg">
        <pc:chgData name="Ed Elowson" userId="e02f2ad9-260d-48b9-ae49-41519fd3a61b" providerId="ADAL" clId="{23F062E9-8A7E-4154-82CB-2E761C864A24}" dt="2026-05-07T18:30:08.240" v="0" actId="26606"/>
        <pc:sldMkLst>
          <pc:docMk/>
          <pc:sldMk cId="3095663364" sldId="256"/>
        </pc:sldMkLst>
        <pc:spChg chg="mod">
          <ac:chgData name="Ed Elowson" userId="e02f2ad9-260d-48b9-ae49-41519fd3a61b" providerId="ADAL" clId="{23F062E9-8A7E-4154-82CB-2E761C864A24}" dt="2026-05-07T18:30:08.240" v="0" actId="26606"/>
          <ac:spMkLst>
            <pc:docMk/>
            <pc:sldMk cId="3095663364" sldId="256"/>
            <ac:spMk id="2" creationId="{D108B9EA-13D3-0DCD-48BE-52988411F26F}"/>
          </ac:spMkLst>
        </pc:spChg>
        <pc:spChg chg="mod">
          <ac:chgData name="Ed Elowson" userId="e02f2ad9-260d-48b9-ae49-41519fd3a61b" providerId="ADAL" clId="{23F062E9-8A7E-4154-82CB-2E761C864A24}" dt="2026-05-07T18:30:08.240" v="0" actId="26606"/>
          <ac:spMkLst>
            <pc:docMk/>
            <pc:sldMk cId="3095663364" sldId="256"/>
            <ac:spMk id="3" creationId="{7DCD3E88-6733-8234-E757-A1E9342283AA}"/>
          </ac:spMkLst>
        </pc:spChg>
        <pc:spChg chg="add">
          <ac:chgData name="Ed Elowson" userId="e02f2ad9-260d-48b9-ae49-41519fd3a61b" providerId="ADAL" clId="{23F062E9-8A7E-4154-82CB-2E761C864A24}" dt="2026-05-07T18:30:08.240" v="0" actId="26606"/>
          <ac:spMkLst>
            <pc:docMk/>
            <pc:sldMk cId="3095663364" sldId="256"/>
            <ac:spMk id="8" creationId="{934F1179-B481-4F9E-BCA3-AFB972070F83}"/>
          </ac:spMkLst>
        </pc:spChg>
        <pc:spChg chg="add">
          <ac:chgData name="Ed Elowson" userId="e02f2ad9-260d-48b9-ae49-41519fd3a61b" providerId="ADAL" clId="{23F062E9-8A7E-4154-82CB-2E761C864A24}" dt="2026-05-07T18:30:08.240" v="0" actId="26606"/>
          <ac:spMkLst>
            <pc:docMk/>
            <pc:sldMk cId="3095663364" sldId="256"/>
            <ac:spMk id="10" creationId="{827DC2C4-B485-428A-BF4A-472D2967F47F}"/>
          </ac:spMkLst>
        </pc:spChg>
        <pc:spChg chg="add">
          <ac:chgData name="Ed Elowson" userId="e02f2ad9-260d-48b9-ae49-41519fd3a61b" providerId="ADAL" clId="{23F062E9-8A7E-4154-82CB-2E761C864A24}" dt="2026-05-07T18:30:08.240" v="0" actId="26606"/>
          <ac:spMkLst>
            <pc:docMk/>
            <pc:sldMk cId="3095663364" sldId="256"/>
            <ac:spMk id="12" creationId="{EE04B5EB-F158-4507-90DD-BD23620C7CC9}"/>
          </ac:spMkLst>
        </pc:spChg>
      </pc:sldChg>
      <pc:sldChg chg="addSp delSp modSp new mod setBg">
        <pc:chgData name="Ed Elowson" userId="e02f2ad9-260d-48b9-ae49-41519fd3a61b" providerId="ADAL" clId="{23F062E9-8A7E-4154-82CB-2E761C864A24}" dt="2026-05-07T18:31:00.882" v="20" actId="1076"/>
        <pc:sldMkLst>
          <pc:docMk/>
          <pc:sldMk cId="1093852188" sldId="257"/>
        </pc:sldMkLst>
        <pc:spChg chg="mod">
          <ac:chgData name="Ed Elowson" userId="e02f2ad9-260d-48b9-ae49-41519fd3a61b" providerId="ADAL" clId="{23F062E9-8A7E-4154-82CB-2E761C864A24}" dt="2026-05-07T18:30:51.517" v="16" actId="26606"/>
          <ac:spMkLst>
            <pc:docMk/>
            <pc:sldMk cId="1093852188" sldId="257"/>
            <ac:spMk id="2" creationId="{82B5D4F6-9BDA-6CFB-6F66-55C0CDB2EA7D}"/>
          </ac:spMkLst>
        </pc:spChg>
        <pc:spChg chg="del">
          <ac:chgData name="Ed Elowson" userId="e02f2ad9-260d-48b9-ae49-41519fd3a61b" providerId="ADAL" clId="{23F062E9-8A7E-4154-82CB-2E761C864A24}" dt="2026-05-07T18:30:41.533" v="15" actId="22"/>
          <ac:spMkLst>
            <pc:docMk/>
            <pc:sldMk cId="1093852188" sldId="257"/>
            <ac:spMk id="3" creationId="{3E5E93BE-A39F-C609-E28C-227C7B3AF675}"/>
          </ac:spMkLst>
        </pc:spChg>
        <pc:spChg chg="add del">
          <ac:chgData name="Ed Elowson" userId="e02f2ad9-260d-48b9-ae49-41519fd3a61b" providerId="ADAL" clId="{23F062E9-8A7E-4154-82CB-2E761C864A24}" dt="2026-05-07T18:30:56.001" v="18" actId="478"/>
          <ac:spMkLst>
            <pc:docMk/>
            <pc:sldMk cId="1093852188" sldId="257"/>
            <ac:spMk id="9" creationId="{A6A681F7-2E36-00D2-AECC-D7B2B99F5AA1}"/>
          </ac:spMkLst>
        </pc:spChg>
        <pc:spChg chg="add">
          <ac:chgData name="Ed Elowson" userId="e02f2ad9-260d-48b9-ae49-41519fd3a61b" providerId="ADAL" clId="{23F062E9-8A7E-4154-82CB-2E761C864A24}" dt="2026-05-07T18:30:51.517" v="16" actId="26606"/>
          <ac:spMkLst>
            <pc:docMk/>
            <pc:sldMk cId="1093852188" sldId="257"/>
            <ac:spMk id="12" creationId="{9D25F302-27C5-414F-97F8-6EA0A6C028BA}"/>
          </ac:spMkLst>
        </pc:spChg>
        <pc:spChg chg="add">
          <ac:chgData name="Ed Elowson" userId="e02f2ad9-260d-48b9-ae49-41519fd3a61b" providerId="ADAL" clId="{23F062E9-8A7E-4154-82CB-2E761C864A24}" dt="2026-05-07T18:30:51.517" v="16" actId="26606"/>
          <ac:spMkLst>
            <pc:docMk/>
            <pc:sldMk cId="1093852188" sldId="257"/>
            <ac:spMk id="14" creationId="{830A36F8-48C2-4842-A87B-8CE8DF4E7FD2}"/>
          </ac:spMkLst>
        </pc:spChg>
        <pc:spChg chg="add">
          <ac:chgData name="Ed Elowson" userId="e02f2ad9-260d-48b9-ae49-41519fd3a61b" providerId="ADAL" clId="{23F062E9-8A7E-4154-82CB-2E761C864A24}" dt="2026-05-07T18:30:51.517" v="16" actId="26606"/>
          <ac:spMkLst>
            <pc:docMk/>
            <pc:sldMk cId="1093852188" sldId="257"/>
            <ac:spMk id="16" creationId="{8F451A30-466B-4996-9BA5-CD6ABCC6D558}"/>
          </ac:spMkLst>
        </pc:spChg>
        <pc:picChg chg="add mod ord">
          <ac:chgData name="Ed Elowson" userId="e02f2ad9-260d-48b9-ae49-41519fd3a61b" providerId="ADAL" clId="{23F062E9-8A7E-4154-82CB-2E761C864A24}" dt="2026-05-07T18:31:00.882" v="20" actId="1076"/>
          <ac:picMkLst>
            <pc:docMk/>
            <pc:sldMk cId="1093852188" sldId="257"/>
            <ac:picMk id="5" creationId="{15A76336-3DA5-1253-926A-91936EBCE015}"/>
          </ac:picMkLst>
        </pc:picChg>
      </pc:sldChg>
      <pc:sldChg chg="addSp modSp new mod setBg">
        <pc:chgData name="Ed Elowson" userId="e02f2ad9-260d-48b9-ae49-41519fd3a61b" providerId="ADAL" clId="{23F062E9-8A7E-4154-82CB-2E761C864A24}" dt="2026-05-07T18:31:28.516" v="41" actId="26606"/>
        <pc:sldMkLst>
          <pc:docMk/>
          <pc:sldMk cId="3885147901" sldId="258"/>
        </pc:sldMkLst>
        <pc:spChg chg="mod">
          <ac:chgData name="Ed Elowson" userId="e02f2ad9-260d-48b9-ae49-41519fd3a61b" providerId="ADAL" clId="{23F062E9-8A7E-4154-82CB-2E761C864A24}" dt="2026-05-07T18:31:28.516" v="41" actId="26606"/>
          <ac:spMkLst>
            <pc:docMk/>
            <pc:sldMk cId="3885147901" sldId="258"/>
            <ac:spMk id="2" creationId="{BA8BD185-0147-71BE-AA22-2F9C6518887F}"/>
          </ac:spMkLst>
        </pc:spChg>
        <pc:spChg chg="mod">
          <ac:chgData name="Ed Elowson" userId="e02f2ad9-260d-48b9-ae49-41519fd3a61b" providerId="ADAL" clId="{23F062E9-8A7E-4154-82CB-2E761C864A24}" dt="2026-05-07T18:31:28.516" v="41" actId="26606"/>
          <ac:spMkLst>
            <pc:docMk/>
            <pc:sldMk cId="3885147901" sldId="258"/>
            <ac:spMk id="3" creationId="{052100E0-0E6C-7D21-BB44-01875AABE5DE}"/>
          </ac:spMkLst>
        </pc:spChg>
        <pc:spChg chg="add">
          <ac:chgData name="Ed Elowson" userId="e02f2ad9-260d-48b9-ae49-41519fd3a61b" providerId="ADAL" clId="{23F062E9-8A7E-4154-82CB-2E761C864A24}" dt="2026-05-07T18:31:28.516" v="41" actId="26606"/>
          <ac:spMkLst>
            <pc:docMk/>
            <pc:sldMk cId="3885147901" sldId="258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31:28.516" v="41" actId="26606"/>
          <ac:spMkLst>
            <pc:docMk/>
            <pc:sldMk cId="3885147901" sldId="258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31:28.516" v="41" actId="26606"/>
          <ac:spMkLst>
            <pc:docMk/>
            <pc:sldMk cId="3885147901" sldId="258"/>
            <ac:spMk id="12" creationId="{7F488E8B-4E1E-4402-8935-D4E6C02615C7}"/>
          </ac:spMkLst>
        </pc:spChg>
      </pc:sldChg>
      <pc:sldChg chg="addSp modSp new mod setBg">
        <pc:chgData name="Ed Elowson" userId="e02f2ad9-260d-48b9-ae49-41519fd3a61b" providerId="ADAL" clId="{23F062E9-8A7E-4154-82CB-2E761C864A24}" dt="2026-05-07T18:36:58.721" v="80" actId="26606"/>
        <pc:sldMkLst>
          <pc:docMk/>
          <pc:sldMk cId="1665539028" sldId="259"/>
        </pc:sldMkLst>
        <pc:spChg chg="mod">
          <ac:chgData name="Ed Elowson" userId="e02f2ad9-260d-48b9-ae49-41519fd3a61b" providerId="ADAL" clId="{23F062E9-8A7E-4154-82CB-2E761C864A24}" dt="2026-05-07T18:36:58.721" v="80" actId="26606"/>
          <ac:spMkLst>
            <pc:docMk/>
            <pc:sldMk cId="1665539028" sldId="259"/>
            <ac:spMk id="2" creationId="{1BD22664-B4A1-E018-0CBC-31FCCE2A16FE}"/>
          </ac:spMkLst>
        </pc:spChg>
        <pc:spChg chg="mod">
          <ac:chgData name="Ed Elowson" userId="e02f2ad9-260d-48b9-ae49-41519fd3a61b" providerId="ADAL" clId="{23F062E9-8A7E-4154-82CB-2E761C864A24}" dt="2026-05-07T18:36:58.721" v="80" actId="26606"/>
          <ac:spMkLst>
            <pc:docMk/>
            <pc:sldMk cId="1665539028" sldId="259"/>
            <ac:spMk id="3" creationId="{525A56AA-81CA-CA48-CCA0-39357BCD0BD8}"/>
          </ac:spMkLst>
        </pc:spChg>
        <pc:spChg chg="add">
          <ac:chgData name="Ed Elowson" userId="e02f2ad9-260d-48b9-ae49-41519fd3a61b" providerId="ADAL" clId="{23F062E9-8A7E-4154-82CB-2E761C864A24}" dt="2026-05-07T18:36:58.721" v="80" actId="26606"/>
          <ac:spMkLst>
            <pc:docMk/>
            <pc:sldMk cId="1665539028" sldId="259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36:58.721" v="80" actId="26606"/>
          <ac:spMkLst>
            <pc:docMk/>
            <pc:sldMk cId="1665539028" sldId="259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36:58.721" v="80" actId="26606"/>
          <ac:spMkLst>
            <pc:docMk/>
            <pc:sldMk cId="1665539028" sldId="259"/>
            <ac:spMk id="12" creationId="{7F488E8B-4E1E-4402-8935-D4E6C02615C7}"/>
          </ac:spMkLst>
        </pc:spChg>
      </pc:sldChg>
      <pc:sldChg chg="addSp modSp new mod">
        <pc:chgData name="Ed Elowson" userId="e02f2ad9-260d-48b9-ae49-41519fd3a61b" providerId="ADAL" clId="{23F062E9-8A7E-4154-82CB-2E761C864A24}" dt="2026-05-07T18:36:44.237" v="79" actId="14100"/>
        <pc:sldMkLst>
          <pc:docMk/>
          <pc:sldMk cId="2676801840" sldId="260"/>
        </pc:sldMkLst>
        <pc:spChg chg="mod">
          <ac:chgData name="Ed Elowson" userId="e02f2ad9-260d-48b9-ae49-41519fd3a61b" providerId="ADAL" clId="{23F062E9-8A7E-4154-82CB-2E761C864A24}" dt="2026-05-07T18:35:30.559" v="70" actId="20577"/>
          <ac:spMkLst>
            <pc:docMk/>
            <pc:sldMk cId="2676801840" sldId="260"/>
            <ac:spMk id="2" creationId="{4A44D1E4-7A70-770D-644C-BA2349218038}"/>
          </ac:spMkLst>
        </pc:spChg>
        <pc:spChg chg="mod">
          <ac:chgData name="Ed Elowson" userId="e02f2ad9-260d-48b9-ae49-41519fd3a61b" providerId="ADAL" clId="{23F062E9-8A7E-4154-82CB-2E761C864A24}" dt="2026-05-07T18:36:27.809" v="77" actId="27636"/>
          <ac:spMkLst>
            <pc:docMk/>
            <pc:sldMk cId="2676801840" sldId="260"/>
            <ac:spMk id="3" creationId="{7ACB512B-B79A-C6D0-E273-7DDF05A0625B}"/>
          </ac:spMkLst>
        </pc:spChg>
        <pc:spChg chg="add mod">
          <ac:chgData name="Ed Elowson" userId="e02f2ad9-260d-48b9-ae49-41519fd3a61b" providerId="ADAL" clId="{23F062E9-8A7E-4154-82CB-2E761C864A24}" dt="2026-05-07T18:36:44.237" v="79" actId="14100"/>
          <ac:spMkLst>
            <pc:docMk/>
            <pc:sldMk cId="2676801840" sldId="260"/>
            <ac:spMk id="4" creationId="{F8DEAD07-6675-E7A4-1871-1E987407E38D}"/>
          </ac:spMkLst>
        </pc:spChg>
      </pc:sldChg>
      <pc:sldChg chg="addSp delSp modSp new del mod setBg">
        <pc:chgData name="Ed Elowson" userId="e02f2ad9-260d-48b9-ae49-41519fd3a61b" providerId="ADAL" clId="{23F062E9-8A7E-4154-82CB-2E761C864A24}" dt="2026-05-07T18:43:04.455" v="179" actId="2696"/>
        <pc:sldMkLst>
          <pc:docMk/>
          <pc:sldMk cId="1936544040" sldId="261"/>
        </pc:sldMkLst>
        <pc:spChg chg="mod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2" creationId="{B826EC94-80EA-F66F-D1F0-B5F38B53ED8D}"/>
          </ac:spMkLst>
        </pc:spChg>
        <pc:spChg chg="mod">
          <ac:chgData name="Ed Elowson" userId="e02f2ad9-260d-48b9-ae49-41519fd3a61b" providerId="ADAL" clId="{23F062E9-8A7E-4154-82CB-2E761C864A24}" dt="2026-05-07T18:43:01.701" v="178" actId="27636"/>
          <ac:spMkLst>
            <pc:docMk/>
            <pc:sldMk cId="1936544040" sldId="261"/>
            <ac:spMk id="3" creationId="{541918BE-2465-5590-9FB4-3A3D286170CF}"/>
          </ac:spMkLst>
        </pc:spChg>
        <pc:spChg chg="add del">
          <ac:chgData name="Ed Elowson" userId="e02f2ad9-260d-48b9-ae49-41519fd3a61b" providerId="ADAL" clId="{23F062E9-8A7E-4154-82CB-2E761C864A24}" dt="2026-05-07T18:40:30.263" v="140" actId="26606"/>
          <ac:spMkLst>
            <pc:docMk/>
            <pc:sldMk cId="1936544040" sldId="261"/>
            <ac:spMk id="8" creationId="{081EA652-8C6A-4E69-BEB9-170809474553}"/>
          </ac:spMkLst>
        </pc:spChg>
        <pc:spChg chg="add del">
          <ac:chgData name="Ed Elowson" userId="e02f2ad9-260d-48b9-ae49-41519fd3a61b" providerId="ADAL" clId="{23F062E9-8A7E-4154-82CB-2E761C864A24}" dt="2026-05-07T18:40:30.263" v="140" actId="26606"/>
          <ac:spMkLst>
            <pc:docMk/>
            <pc:sldMk cId="1936544040" sldId="261"/>
            <ac:spMk id="10" creationId="{5298780A-33B9-4EA2-8F67-DE68AD62841B}"/>
          </ac:spMkLst>
        </pc:spChg>
        <pc:spChg chg="add del">
          <ac:chgData name="Ed Elowson" userId="e02f2ad9-260d-48b9-ae49-41519fd3a61b" providerId="ADAL" clId="{23F062E9-8A7E-4154-82CB-2E761C864A24}" dt="2026-05-07T18:40:30.263" v="140" actId="26606"/>
          <ac:spMkLst>
            <pc:docMk/>
            <pc:sldMk cId="1936544040" sldId="261"/>
            <ac:spMk id="12" creationId="{7F488E8B-4E1E-4402-8935-D4E6C02615C7}"/>
          </ac:spMkLst>
        </pc:spChg>
        <pc:spChg chg="add del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16" creationId="{081EA652-8C6A-4E69-BEB9-170809474553}"/>
          </ac:spMkLst>
        </pc:spChg>
        <pc:spChg chg="add del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17" creationId="{5298780A-33B9-4EA2-8F67-DE68AD62841B}"/>
          </ac:spMkLst>
        </pc:spChg>
        <pc:spChg chg="add del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18" creationId="{7F488E8B-4E1E-4402-8935-D4E6C02615C7}"/>
          </ac:spMkLst>
        </pc:spChg>
        <pc:spChg chg="add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23" creationId="{3AD318CC-E2A8-4E27-9548-A047A78999B1}"/>
          </ac:spMkLst>
        </pc:spChg>
        <pc:spChg chg="add">
          <ac:chgData name="Ed Elowson" userId="e02f2ad9-260d-48b9-ae49-41519fd3a61b" providerId="ADAL" clId="{23F062E9-8A7E-4154-82CB-2E761C864A24}" dt="2026-05-07T18:41:39.929" v="162" actId="26606"/>
          <ac:spMkLst>
            <pc:docMk/>
            <pc:sldMk cId="1936544040" sldId="261"/>
            <ac:spMk id="29" creationId="{2C1BBA94-3F40-40AA-8BB9-E69E25E537C1}"/>
          </ac:spMkLst>
        </pc:spChg>
        <pc:grpChg chg="add">
          <ac:chgData name="Ed Elowson" userId="e02f2ad9-260d-48b9-ae49-41519fd3a61b" providerId="ADAL" clId="{23F062E9-8A7E-4154-82CB-2E761C864A24}" dt="2026-05-07T18:41:39.929" v="162" actId="26606"/>
          <ac:grpSpMkLst>
            <pc:docMk/>
            <pc:sldMk cId="1936544040" sldId="261"/>
            <ac:grpSpMk id="25" creationId="{B14B560F-9DD7-4302-A60B-EBD3EF59B073}"/>
          </ac:grpSpMkLst>
        </pc:grpChg>
        <pc:cxnChg chg="add del">
          <ac:chgData name="Ed Elowson" userId="e02f2ad9-260d-48b9-ae49-41519fd3a61b" providerId="ADAL" clId="{23F062E9-8A7E-4154-82CB-2E761C864A24}" dt="2026-05-07T18:40:30.263" v="140" actId="26606"/>
          <ac:cxnSpMkLst>
            <pc:docMk/>
            <pc:sldMk cId="1936544040" sldId="261"/>
            <ac:cxnSpMk id="14" creationId="{23AAC9B5-8015-485C-ACF9-A750390E9A56}"/>
          </ac:cxnSpMkLst>
        </pc:cxnChg>
      </pc:sldChg>
      <pc:sldChg chg="addSp delSp modSp new del mod setBg">
        <pc:chgData name="Ed Elowson" userId="e02f2ad9-260d-48b9-ae49-41519fd3a61b" providerId="ADAL" clId="{23F062E9-8A7E-4154-82CB-2E761C864A24}" dt="2026-05-07T18:43:07.375" v="180" actId="2696"/>
        <pc:sldMkLst>
          <pc:docMk/>
          <pc:sldMk cId="3443892327" sldId="262"/>
        </pc:sldMkLst>
        <pc:spChg chg="del mod">
          <ac:chgData name="Ed Elowson" userId="e02f2ad9-260d-48b9-ae49-41519fd3a61b" providerId="ADAL" clId="{23F062E9-8A7E-4154-82CB-2E761C864A24}" dt="2026-05-07T18:42:18.036" v="168" actId="478"/>
          <ac:spMkLst>
            <pc:docMk/>
            <pc:sldMk cId="3443892327" sldId="262"/>
            <ac:spMk id="2" creationId="{8F570B7F-C3DA-9E79-F1DE-56755C44B31C}"/>
          </ac:spMkLst>
        </pc:spChg>
        <pc:spChg chg="del mod">
          <ac:chgData name="Ed Elowson" userId="e02f2ad9-260d-48b9-ae49-41519fd3a61b" providerId="ADAL" clId="{23F062E9-8A7E-4154-82CB-2E761C864A24}" dt="2026-05-07T18:42:08.709" v="166" actId="478"/>
          <ac:spMkLst>
            <pc:docMk/>
            <pc:sldMk cId="3443892327" sldId="262"/>
            <ac:spMk id="3" creationId="{132DE15C-826B-71D6-A313-46293ABB9EFB}"/>
          </ac:spMkLst>
        </pc:spChg>
        <pc:spChg chg="add del mod">
          <ac:chgData name="Ed Elowson" userId="e02f2ad9-260d-48b9-ae49-41519fd3a61b" providerId="ADAL" clId="{23F062E9-8A7E-4154-82CB-2E761C864A24}" dt="2026-05-07T18:42:12.660" v="167" actId="478"/>
          <ac:spMkLst>
            <pc:docMk/>
            <pc:sldMk cId="3443892327" sldId="262"/>
            <ac:spMk id="5" creationId="{F59E9435-C38A-605D-F039-9B321BE9720D}"/>
          </ac:spMkLst>
        </pc:spChg>
        <pc:spChg chg="add del mod">
          <ac:chgData name="Ed Elowson" userId="e02f2ad9-260d-48b9-ae49-41519fd3a61b" providerId="ADAL" clId="{23F062E9-8A7E-4154-82CB-2E761C864A24}" dt="2026-05-07T18:42:20.450" v="169" actId="478"/>
          <ac:spMkLst>
            <pc:docMk/>
            <pc:sldMk cId="3443892327" sldId="262"/>
            <ac:spMk id="7" creationId="{162EF429-5316-0098-D014-AF90A8F3FCD3}"/>
          </ac:spMkLst>
        </pc:spChg>
        <pc:spChg chg="add">
          <ac:chgData name="Ed Elowson" userId="e02f2ad9-260d-48b9-ae49-41519fd3a61b" providerId="ADAL" clId="{23F062E9-8A7E-4154-82CB-2E761C864A24}" dt="2026-05-07T18:40:44.118" v="143" actId="26606"/>
          <ac:spMkLst>
            <pc:docMk/>
            <pc:sldMk cId="3443892327" sldId="262"/>
            <ac:spMk id="8" creationId="{081EA652-8C6A-4E69-BEB9-170809474553}"/>
          </ac:spMkLst>
        </pc:spChg>
        <pc:spChg chg="add mod">
          <ac:chgData name="Ed Elowson" userId="e02f2ad9-260d-48b9-ae49-41519fd3a61b" providerId="ADAL" clId="{23F062E9-8A7E-4154-82CB-2E761C864A24}" dt="2026-05-07T18:42:48.419" v="176" actId="1076"/>
          <ac:spMkLst>
            <pc:docMk/>
            <pc:sldMk cId="3443892327" sldId="262"/>
            <ac:spMk id="9" creationId="{0E9D3B94-6CAB-8CE5-73CB-E4D3D0BAADB6}"/>
          </ac:spMkLst>
        </pc:spChg>
        <pc:spChg chg="add">
          <ac:chgData name="Ed Elowson" userId="e02f2ad9-260d-48b9-ae49-41519fd3a61b" providerId="ADAL" clId="{23F062E9-8A7E-4154-82CB-2E761C864A24}" dt="2026-05-07T18:40:44.118" v="143" actId="26606"/>
          <ac:spMkLst>
            <pc:docMk/>
            <pc:sldMk cId="3443892327" sldId="262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0:44.118" v="143" actId="26606"/>
          <ac:spMkLst>
            <pc:docMk/>
            <pc:sldMk cId="3443892327" sldId="262"/>
            <ac:spMk id="12" creationId="{7F488E8B-4E1E-4402-8935-D4E6C02615C7}"/>
          </ac:spMkLst>
        </pc:spChg>
        <pc:cxnChg chg="add">
          <ac:chgData name="Ed Elowson" userId="e02f2ad9-260d-48b9-ae49-41519fd3a61b" providerId="ADAL" clId="{23F062E9-8A7E-4154-82CB-2E761C864A24}" dt="2026-05-07T18:40:44.118" v="143" actId="26606"/>
          <ac:cxnSpMkLst>
            <pc:docMk/>
            <pc:sldMk cId="3443892327" sldId="262"/>
            <ac:cxnSpMk id="14" creationId="{23AAC9B5-8015-485C-ACF9-A750390E9A56}"/>
          </ac:cxnSpMkLst>
        </pc:cxnChg>
      </pc:sldChg>
      <pc:sldChg chg="addSp modSp new mod setBg">
        <pc:chgData name="Ed Elowson" userId="e02f2ad9-260d-48b9-ae49-41519fd3a61b" providerId="ADAL" clId="{23F062E9-8A7E-4154-82CB-2E761C864A24}" dt="2026-05-07T18:44:46.758" v="299" actId="26606"/>
        <pc:sldMkLst>
          <pc:docMk/>
          <pc:sldMk cId="3316063225" sldId="263"/>
        </pc:sldMkLst>
        <pc:spChg chg="mod">
          <ac:chgData name="Ed Elowson" userId="e02f2ad9-260d-48b9-ae49-41519fd3a61b" providerId="ADAL" clId="{23F062E9-8A7E-4154-82CB-2E761C864A24}" dt="2026-05-07T18:44:46.758" v="299" actId="26606"/>
          <ac:spMkLst>
            <pc:docMk/>
            <pc:sldMk cId="3316063225" sldId="263"/>
            <ac:spMk id="2" creationId="{C5D81D95-7240-5D47-0193-DD22A7330FEF}"/>
          </ac:spMkLst>
        </pc:spChg>
        <pc:spChg chg="mod">
          <ac:chgData name="Ed Elowson" userId="e02f2ad9-260d-48b9-ae49-41519fd3a61b" providerId="ADAL" clId="{23F062E9-8A7E-4154-82CB-2E761C864A24}" dt="2026-05-07T18:44:46.758" v="299" actId="26606"/>
          <ac:spMkLst>
            <pc:docMk/>
            <pc:sldMk cId="3316063225" sldId="263"/>
            <ac:spMk id="3" creationId="{19AB4E4A-6902-709C-58DD-64611AF4B7B9}"/>
          </ac:spMkLst>
        </pc:spChg>
        <pc:spChg chg="add">
          <ac:chgData name="Ed Elowson" userId="e02f2ad9-260d-48b9-ae49-41519fd3a61b" providerId="ADAL" clId="{23F062E9-8A7E-4154-82CB-2E761C864A24}" dt="2026-05-07T18:44:46.758" v="299" actId="26606"/>
          <ac:spMkLst>
            <pc:docMk/>
            <pc:sldMk cId="3316063225" sldId="263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4:46.758" v="299" actId="26606"/>
          <ac:spMkLst>
            <pc:docMk/>
            <pc:sldMk cId="3316063225" sldId="263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4:46.758" v="299" actId="26606"/>
          <ac:spMkLst>
            <pc:docMk/>
            <pc:sldMk cId="3316063225" sldId="263"/>
            <ac:spMk id="12" creationId="{7F488E8B-4E1E-4402-8935-D4E6C02615C7}"/>
          </ac:spMkLst>
        </pc:spChg>
      </pc:sldChg>
      <pc:sldChg chg="addSp modSp new mod setBg">
        <pc:chgData name="Ed Elowson" userId="e02f2ad9-260d-48b9-ae49-41519fd3a61b" providerId="ADAL" clId="{23F062E9-8A7E-4154-82CB-2E761C864A24}" dt="2026-05-07T18:44:50.069" v="300" actId="26606"/>
        <pc:sldMkLst>
          <pc:docMk/>
          <pc:sldMk cId="2922388766" sldId="264"/>
        </pc:sldMkLst>
        <pc:spChg chg="mod">
          <ac:chgData name="Ed Elowson" userId="e02f2ad9-260d-48b9-ae49-41519fd3a61b" providerId="ADAL" clId="{23F062E9-8A7E-4154-82CB-2E761C864A24}" dt="2026-05-07T18:44:50.069" v="300" actId="26606"/>
          <ac:spMkLst>
            <pc:docMk/>
            <pc:sldMk cId="2922388766" sldId="264"/>
            <ac:spMk id="2" creationId="{16AE6884-1F14-0689-29C3-930DF722E750}"/>
          </ac:spMkLst>
        </pc:spChg>
        <pc:spChg chg="mod">
          <ac:chgData name="Ed Elowson" userId="e02f2ad9-260d-48b9-ae49-41519fd3a61b" providerId="ADAL" clId="{23F062E9-8A7E-4154-82CB-2E761C864A24}" dt="2026-05-07T18:44:50.069" v="300" actId="26606"/>
          <ac:spMkLst>
            <pc:docMk/>
            <pc:sldMk cId="2922388766" sldId="264"/>
            <ac:spMk id="3" creationId="{A3F25D72-D503-5794-FD1A-4B99DF3495D9}"/>
          </ac:spMkLst>
        </pc:spChg>
        <pc:spChg chg="add">
          <ac:chgData name="Ed Elowson" userId="e02f2ad9-260d-48b9-ae49-41519fd3a61b" providerId="ADAL" clId="{23F062E9-8A7E-4154-82CB-2E761C864A24}" dt="2026-05-07T18:44:50.069" v="300" actId="26606"/>
          <ac:spMkLst>
            <pc:docMk/>
            <pc:sldMk cId="2922388766" sldId="264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4:50.069" v="300" actId="26606"/>
          <ac:spMkLst>
            <pc:docMk/>
            <pc:sldMk cId="2922388766" sldId="264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4:50.069" v="300" actId="26606"/>
          <ac:spMkLst>
            <pc:docMk/>
            <pc:sldMk cId="2922388766" sldId="264"/>
            <ac:spMk id="12" creationId="{7F488E8B-4E1E-4402-8935-D4E6C02615C7}"/>
          </ac:spMkLst>
        </pc:spChg>
        <pc:cxnChg chg="add">
          <ac:chgData name="Ed Elowson" userId="e02f2ad9-260d-48b9-ae49-41519fd3a61b" providerId="ADAL" clId="{23F062E9-8A7E-4154-82CB-2E761C864A24}" dt="2026-05-07T18:44:50.069" v="300" actId="26606"/>
          <ac:cxnSpMkLst>
            <pc:docMk/>
            <pc:sldMk cId="2922388766" sldId="264"/>
            <ac:cxnSpMk id="14" creationId="{23AAC9B5-8015-485C-ACF9-A750390E9A56}"/>
          </ac:cxnSpMkLst>
        </pc:cxnChg>
      </pc:sldChg>
      <pc:sldChg chg="addSp modSp new mod setBg">
        <pc:chgData name="Ed Elowson" userId="e02f2ad9-260d-48b9-ae49-41519fd3a61b" providerId="ADAL" clId="{23F062E9-8A7E-4154-82CB-2E761C864A24}" dt="2026-05-07T18:44:54.267" v="301" actId="26606"/>
        <pc:sldMkLst>
          <pc:docMk/>
          <pc:sldMk cId="3017119886" sldId="265"/>
        </pc:sldMkLst>
        <pc:spChg chg="mod">
          <ac:chgData name="Ed Elowson" userId="e02f2ad9-260d-48b9-ae49-41519fd3a61b" providerId="ADAL" clId="{23F062E9-8A7E-4154-82CB-2E761C864A24}" dt="2026-05-07T18:44:54.267" v="301" actId="26606"/>
          <ac:spMkLst>
            <pc:docMk/>
            <pc:sldMk cId="3017119886" sldId="265"/>
            <ac:spMk id="2" creationId="{F6D3F4F8-1F92-8D11-D6D4-739823873020}"/>
          </ac:spMkLst>
        </pc:spChg>
        <pc:spChg chg="mod">
          <ac:chgData name="Ed Elowson" userId="e02f2ad9-260d-48b9-ae49-41519fd3a61b" providerId="ADAL" clId="{23F062E9-8A7E-4154-82CB-2E761C864A24}" dt="2026-05-07T18:44:54.267" v="301" actId="26606"/>
          <ac:spMkLst>
            <pc:docMk/>
            <pc:sldMk cId="3017119886" sldId="265"/>
            <ac:spMk id="3" creationId="{9BD622F5-0196-7942-5FE8-3D06206C6793}"/>
          </ac:spMkLst>
        </pc:spChg>
        <pc:spChg chg="add">
          <ac:chgData name="Ed Elowson" userId="e02f2ad9-260d-48b9-ae49-41519fd3a61b" providerId="ADAL" clId="{23F062E9-8A7E-4154-82CB-2E761C864A24}" dt="2026-05-07T18:44:54.267" v="301" actId="26606"/>
          <ac:spMkLst>
            <pc:docMk/>
            <pc:sldMk cId="3017119886" sldId="265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4:54.267" v="301" actId="26606"/>
          <ac:spMkLst>
            <pc:docMk/>
            <pc:sldMk cId="3017119886" sldId="265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4:54.267" v="301" actId="26606"/>
          <ac:spMkLst>
            <pc:docMk/>
            <pc:sldMk cId="3017119886" sldId="265"/>
            <ac:spMk id="12" creationId="{7F488E8B-4E1E-4402-8935-D4E6C02615C7}"/>
          </ac:spMkLst>
        </pc:spChg>
        <pc:cxnChg chg="add">
          <ac:chgData name="Ed Elowson" userId="e02f2ad9-260d-48b9-ae49-41519fd3a61b" providerId="ADAL" clId="{23F062E9-8A7E-4154-82CB-2E761C864A24}" dt="2026-05-07T18:44:54.267" v="301" actId="26606"/>
          <ac:cxnSpMkLst>
            <pc:docMk/>
            <pc:sldMk cId="3017119886" sldId="265"/>
            <ac:cxnSpMk id="14" creationId="{23AAC9B5-8015-485C-ACF9-A750390E9A56}"/>
          </ac:cxnSpMkLst>
        </pc:cxnChg>
      </pc:sldChg>
      <pc:sldChg chg="addSp modSp new mod setBg">
        <pc:chgData name="Ed Elowson" userId="e02f2ad9-260d-48b9-ae49-41519fd3a61b" providerId="ADAL" clId="{23F062E9-8A7E-4154-82CB-2E761C864A24}" dt="2026-05-07T18:44:57.548" v="302" actId="26606"/>
        <pc:sldMkLst>
          <pc:docMk/>
          <pc:sldMk cId="570746583" sldId="266"/>
        </pc:sldMkLst>
        <pc:spChg chg="mod">
          <ac:chgData name="Ed Elowson" userId="e02f2ad9-260d-48b9-ae49-41519fd3a61b" providerId="ADAL" clId="{23F062E9-8A7E-4154-82CB-2E761C864A24}" dt="2026-05-07T18:44:57.548" v="302" actId="26606"/>
          <ac:spMkLst>
            <pc:docMk/>
            <pc:sldMk cId="570746583" sldId="266"/>
            <ac:spMk id="2" creationId="{E0C460D2-CE9C-1EAC-BD49-25A4C0CFFCBB}"/>
          </ac:spMkLst>
        </pc:spChg>
        <pc:spChg chg="mod">
          <ac:chgData name="Ed Elowson" userId="e02f2ad9-260d-48b9-ae49-41519fd3a61b" providerId="ADAL" clId="{23F062E9-8A7E-4154-82CB-2E761C864A24}" dt="2026-05-07T18:44:57.548" v="302" actId="26606"/>
          <ac:spMkLst>
            <pc:docMk/>
            <pc:sldMk cId="570746583" sldId="266"/>
            <ac:spMk id="3" creationId="{E80CF758-8212-30F8-8EAD-59A081378BC3}"/>
          </ac:spMkLst>
        </pc:spChg>
        <pc:spChg chg="add">
          <ac:chgData name="Ed Elowson" userId="e02f2ad9-260d-48b9-ae49-41519fd3a61b" providerId="ADAL" clId="{23F062E9-8A7E-4154-82CB-2E761C864A24}" dt="2026-05-07T18:44:57.548" v="302" actId="26606"/>
          <ac:spMkLst>
            <pc:docMk/>
            <pc:sldMk cId="570746583" sldId="266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4:57.548" v="302" actId="26606"/>
          <ac:spMkLst>
            <pc:docMk/>
            <pc:sldMk cId="570746583" sldId="266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4:57.548" v="302" actId="26606"/>
          <ac:spMkLst>
            <pc:docMk/>
            <pc:sldMk cId="570746583" sldId="266"/>
            <ac:spMk id="12" creationId="{7F488E8B-4E1E-4402-8935-D4E6C02615C7}"/>
          </ac:spMkLst>
        </pc:spChg>
        <pc:cxnChg chg="add">
          <ac:chgData name="Ed Elowson" userId="e02f2ad9-260d-48b9-ae49-41519fd3a61b" providerId="ADAL" clId="{23F062E9-8A7E-4154-82CB-2E761C864A24}" dt="2026-05-07T18:44:57.548" v="302" actId="26606"/>
          <ac:cxnSpMkLst>
            <pc:docMk/>
            <pc:sldMk cId="570746583" sldId="266"/>
            <ac:cxnSpMk id="14" creationId="{23AAC9B5-8015-485C-ACF9-A750390E9A56}"/>
          </ac:cxnSpMkLst>
        </pc:cxnChg>
      </pc:sldChg>
      <pc:sldChg chg="addSp modSp new mod setBg">
        <pc:chgData name="Ed Elowson" userId="e02f2ad9-260d-48b9-ae49-41519fd3a61b" providerId="ADAL" clId="{23F062E9-8A7E-4154-82CB-2E761C864A24}" dt="2026-05-07T18:45:03.685" v="303" actId="26606"/>
        <pc:sldMkLst>
          <pc:docMk/>
          <pc:sldMk cId="2858502417" sldId="267"/>
        </pc:sldMkLst>
        <pc:spChg chg="mo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2" creationId="{CE41835B-4A36-9223-6845-816101206FDA}"/>
          </ac:spMkLst>
        </pc:spChg>
        <pc:spChg chg="mo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3" creationId="{4B4FE1C0-7D4F-8C72-6D7E-8ABA3DABFC7A}"/>
          </ac:spMkLst>
        </pc:spChg>
        <pc:spChg chg="ad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10" creationId="{A4026A73-1F7F-49F2-B319-8CA3B3D53269}"/>
          </ac:spMkLst>
        </pc:spChg>
        <pc:spChg chg="ad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12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5:03.685" v="303" actId="26606"/>
          <ac:spMkLst>
            <pc:docMk/>
            <pc:sldMk cId="2858502417" sldId="267"/>
            <ac:spMk id="14" creationId="{7F488E8B-4E1E-4402-8935-D4E6C02615C7}"/>
          </ac:spMkLst>
        </pc:spChg>
        <pc:cxnChg chg="add">
          <ac:chgData name="Ed Elowson" userId="e02f2ad9-260d-48b9-ae49-41519fd3a61b" providerId="ADAL" clId="{23F062E9-8A7E-4154-82CB-2E761C864A24}" dt="2026-05-07T18:45:03.685" v="303" actId="26606"/>
          <ac:cxnSpMkLst>
            <pc:docMk/>
            <pc:sldMk cId="2858502417" sldId="267"/>
            <ac:cxnSpMk id="16" creationId="{23AAC9B5-8015-485C-ACF9-A750390E9A56}"/>
          </ac:cxnSpMkLst>
        </pc:cxnChg>
      </pc:sldChg>
      <pc:sldChg chg="addSp modSp add mod setBg">
        <pc:chgData name="Ed Elowson" userId="e02f2ad9-260d-48b9-ae49-41519fd3a61b" providerId="ADAL" clId="{23F062E9-8A7E-4154-82CB-2E761C864A24}" dt="2026-05-07T18:48:43.119" v="457" actId="26606"/>
        <pc:sldMkLst>
          <pc:docMk/>
          <pc:sldMk cId="2871557868" sldId="268"/>
        </pc:sldMkLst>
        <pc:spChg chg="mod">
          <ac:chgData name="Ed Elowson" userId="e02f2ad9-260d-48b9-ae49-41519fd3a61b" providerId="ADAL" clId="{23F062E9-8A7E-4154-82CB-2E761C864A24}" dt="2026-05-07T18:48:43.119" v="457" actId="26606"/>
          <ac:spMkLst>
            <pc:docMk/>
            <pc:sldMk cId="2871557868" sldId="268"/>
            <ac:spMk id="2" creationId="{2458F83F-735D-86E5-1B9D-196A3E8E9F32}"/>
          </ac:spMkLst>
        </pc:spChg>
        <pc:spChg chg="mod">
          <ac:chgData name="Ed Elowson" userId="e02f2ad9-260d-48b9-ae49-41519fd3a61b" providerId="ADAL" clId="{23F062E9-8A7E-4154-82CB-2E761C864A24}" dt="2026-05-07T18:48:43.119" v="457" actId="26606"/>
          <ac:spMkLst>
            <pc:docMk/>
            <pc:sldMk cId="2871557868" sldId="268"/>
            <ac:spMk id="3" creationId="{D05D28E8-B5E5-3603-E798-693E523119E5}"/>
          </ac:spMkLst>
        </pc:spChg>
        <pc:spChg chg="add">
          <ac:chgData name="Ed Elowson" userId="e02f2ad9-260d-48b9-ae49-41519fd3a61b" providerId="ADAL" clId="{23F062E9-8A7E-4154-82CB-2E761C864A24}" dt="2026-05-07T18:48:43.119" v="457" actId="26606"/>
          <ac:spMkLst>
            <pc:docMk/>
            <pc:sldMk cId="2871557868" sldId="268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8:43.119" v="457" actId="26606"/>
          <ac:spMkLst>
            <pc:docMk/>
            <pc:sldMk cId="2871557868" sldId="268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8:43.119" v="457" actId="26606"/>
          <ac:spMkLst>
            <pc:docMk/>
            <pc:sldMk cId="2871557868" sldId="268"/>
            <ac:spMk id="12" creationId="{7F488E8B-4E1E-4402-8935-D4E6C02615C7}"/>
          </ac:spMkLst>
        </pc:spChg>
      </pc:sldChg>
      <pc:sldChg chg="addSp modSp add mod setBg">
        <pc:chgData name="Ed Elowson" userId="e02f2ad9-260d-48b9-ae49-41519fd3a61b" providerId="ADAL" clId="{23F062E9-8A7E-4154-82CB-2E761C864A24}" dt="2026-05-07T18:49:36.754" v="476" actId="20577"/>
        <pc:sldMkLst>
          <pc:docMk/>
          <pc:sldMk cId="2065436455" sldId="269"/>
        </pc:sldMkLst>
        <pc:spChg chg="mod">
          <ac:chgData name="Ed Elowson" userId="e02f2ad9-260d-48b9-ae49-41519fd3a61b" providerId="ADAL" clId="{23F062E9-8A7E-4154-82CB-2E761C864A24}" dt="2026-05-07T18:49:28.064" v="473" actId="27636"/>
          <ac:spMkLst>
            <pc:docMk/>
            <pc:sldMk cId="2065436455" sldId="269"/>
            <ac:spMk id="2" creationId="{FE42C233-54B8-4CE3-DB37-D2A44C58120B}"/>
          </ac:spMkLst>
        </pc:spChg>
        <pc:spChg chg="mod">
          <ac:chgData name="Ed Elowson" userId="e02f2ad9-260d-48b9-ae49-41519fd3a61b" providerId="ADAL" clId="{23F062E9-8A7E-4154-82CB-2E761C864A24}" dt="2026-05-07T18:49:36.754" v="476" actId="20577"/>
          <ac:spMkLst>
            <pc:docMk/>
            <pc:sldMk cId="2065436455" sldId="269"/>
            <ac:spMk id="3" creationId="{533F9032-71ED-C61D-C730-415F5978F7BC}"/>
          </ac:spMkLst>
        </pc:spChg>
        <pc:spChg chg="add">
          <ac:chgData name="Ed Elowson" userId="e02f2ad9-260d-48b9-ae49-41519fd3a61b" providerId="ADAL" clId="{23F062E9-8A7E-4154-82CB-2E761C864A24}" dt="2026-05-07T18:49:02.359" v="461" actId="26606"/>
          <ac:spMkLst>
            <pc:docMk/>
            <pc:sldMk cId="2065436455" sldId="269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9:02.359" v="461" actId="26606"/>
          <ac:spMkLst>
            <pc:docMk/>
            <pc:sldMk cId="2065436455" sldId="269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9:02.359" v="461" actId="26606"/>
          <ac:spMkLst>
            <pc:docMk/>
            <pc:sldMk cId="2065436455" sldId="269"/>
            <ac:spMk id="12" creationId="{7F488E8B-4E1E-4402-8935-D4E6C02615C7}"/>
          </ac:spMkLst>
        </pc:spChg>
      </pc:sldChg>
      <pc:sldChg chg="addSp modSp add mod setBg">
        <pc:chgData name="Ed Elowson" userId="e02f2ad9-260d-48b9-ae49-41519fd3a61b" providerId="ADAL" clId="{23F062E9-8A7E-4154-82CB-2E761C864A24}" dt="2026-05-07T18:49:46.869" v="480" actId="255"/>
        <pc:sldMkLst>
          <pc:docMk/>
          <pc:sldMk cId="4274666930" sldId="270"/>
        </pc:sldMkLst>
        <pc:spChg chg="mod">
          <ac:chgData name="Ed Elowson" userId="e02f2ad9-260d-48b9-ae49-41519fd3a61b" providerId="ADAL" clId="{23F062E9-8A7E-4154-82CB-2E761C864A24}" dt="2026-05-07T18:49:40.775" v="478" actId="27636"/>
          <ac:spMkLst>
            <pc:docMk/>
            <pc:sldMk cId="4274666930" sldId="270"/>
            <ac:spMk id="2" creationId="{612A31CB-2D68-458D-E49B-8B563A6D2426}"/>
          </ac:spMkLst>
        </pc:spChg>
        <pc:spChg chg="mod">
          <ac:chgData name="Ed Elowson" userId="e02f2ad9-260d-48b9-ae49-41519fd3a61b" providerId="ADAL" clId="{23F062E9-8A7E-4154-82CB-2E761C864A24}" dt="2026-05-07T18:49:46.869" v="480" actId="255"/>
          <ac:spMkLst>
            <pc:docMk/>
            <pc:sldMk cId="4274666930" sldId="270"/>
            <ac:spMk id="3" creationId="{610335D1-0888-8C5E-E54E-7EDEBBCCB113}"/>
          </ac:spMkLst>
        </pc:spChg>
        <pc:spChg chg="add">
          <ac:chgData name="Ed Elowson" userId="e02f2ad9-260d-48b9-ae49-41519fd3a61b" providerId="ADAL" clId="{23F062E9-8A7E-4154-82CB-2E761C864A24}" dt="2026-05-07T18:48:54.133" v="460" actId="26606"/>
          <ac:spMkLst>
            <pc:docMk/>
            <pc:sldMk cId="4274666930" sldId="270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8:54.133" v="460" actId="26606"/>
          <ac:spMkLst>
            <pc:docMk/>
            <pc:sldMk cId="4274666930" sldId="270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8:54.133" v="460" actId="26606"/>
          <ac:spMkLst>
            <pc:docMk/>
            <pc:sldMk cId="4274666930" sldId="270"/>
            <ac:spMk id="12" creationId="{7F488E8B-4E1E-4402-8935-D4E6C02615C7}"/>
          </ac:spMkLst>
        </pc:spChg>
      </pc:sldChg>
      <pc:sldChg chg="addSp modSp add mod setBg">
        <pc:chgData name="Ed Elowson" userId="e02f2ad9-260d-48b9-ae49-41519fd3a61b" providerId="ADAL" clId="{23F062E9-8A7E-4154-82CB-2E761C864A24}" dt="2026-05-07T18:48:50.465" v="459" actId="26606"/>
        <pc:sldMkLst>
          <pc:docMk/>
          <pc:sldMk cId="2205685705" sldId="271"/>
        </pc:sldMkLst>
        <pc:spChg chg="mod">
          <ac:chgData name="Ed Elowson" userId="e02f2ad9-260d-48b9-ae49-41519fd3a61b" providerId="ADAL" clId="{23F062E9-8A7E-4154-82CB-2E761C864A24}" dt="2026-05-07T18:48:50.465" v="459" actId="26606"/>
          <ac:spMkLst>
            <pc:docMk/>
            <pc:sldMk cId="2205685705" sldId="271"/>
            <ac:spMk id="2" creationId="{FDBAD305-B9D2-2740-6423-F57DBB112B83}"/>
          </ac:spMkLst>
        </pc:spChg>
        <pc:spChg chg="mod">
          <ac:chgData name="Ed Elowson" userId="e02f2ad9-260d-48b9-ae49-41519fd3a61b" providerId="ADAL" clId="{23F062E9-8A7E-4154-82CB-2E761C864A24}" dt="2026-05-07T18:48:50.465" v="459" actId="26606"/>
          <ac:spMkLst>
            <pc:docMk/>
            <pc:sldMk cId="2205685705" sldId="271"/>
            <ac:spMk id="3" creationId="{DC8FE709-D8D6-E5C9-34F4-A3667A709A8B}"/>
          </ac:spMkLst>
        </pc:spChg>
        <pc:spChg chg="add">
          <ac:chgData name="Ed Elowson" userId="e02f2ad9-260d-48b9-ae49-41519fd3a61b" providerId="ADAL" clId="{23F062E9-8A7E-4154-82CB-2E761C864A24}" dt="2026-05-07T18:48:50.465" v="459" actId="26606"/>
          <ac:spMkLst>
            <pc:docMk/>
            <pc:sldMk cId="2205685705" sldId="271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8:50.465" v="459" actId="26606"/>
          <ac:spMkLst>
            <pc:docMk/>
            <pc:sldMk cId="2205685705" sldId="271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8:50.465" v="459" actId="26606"/>
          <ac:spMkLst>
            <pc:docMk/>
            <pc:sldMk cId="2205685705" sldId="271"/>
            <ac:spMk id="12" creationId="{7F488E8B-4E1E-4402-8935-D4E6C02615C7}"/>
          </ac:spMkLst>
        </pc:spChg>
      </pc:sldChg>
      <pc:sldChg chg="addSp modSp add mod setBg">
        <pc:chgData name="Ed Elowson" userId="e02f2ad9-260d-48b9-ae49-41519fd3a61b" providerId="ADAL" clId="{23F062E9-8A7E-4154-82CB-2E761C864A24}" dt="2026-05-07T18:48:46.669" v="458" actId="26606"/>
        <pc:sldMkLst>
          <pc:docMk/>
          <pc:sldMk cId="1856818507" sldId="272"/>
        </pc:sldMkLst>
        <pc:spChg chg="mod">
          <ac:chgData name="Ed Elowson" userId="e02f2ad9-260d-48b9-ae49-41519fd3a61b" providerId="ADAL" clId="{23F062E9-8A7E-4154-82CB-2E761C864A24}" dt="2026-05-07T18:48:46.669" v="458" actId="26606"/>
          <ac:spMkLst>
            <pc:docMk/>
            <pc:sldMk cId="1856818507" sldId="272"/>
            <ac:spMk id="2" creationId="{7DFAC154-57FF-C917-9B98-2F27427E7A8B}"/>
          </ac:spMkLst>
        </pc:spChg>
        <pc:spChg chg="mod">
          <ac:chgData name="Ed Elowson" userId="e02f2ad9-260d-48b9-ae49-41519fd3a61b" providerId="ADAL" clId="{23F062E9-8A7E-4154-82CB-2E761C864A24}" dt="2026-05-07T18:48:46.669" v="458" actId="26606"/>
          <ac:spMkLst>
            <pc:docMk/>
            <pc:sldMk cId="1856818507" sldId="272"/>
            <ac:spMk id="3" creationId="{1E2D4EFA-1B22-D054-BD04-9550A6773E3C}"/>
          </ac:spMkLst>
        </pc:spChg>
        <pc:spChg chg="add">
          <ac:chgData name="Ed Elowson" userId="e02f2ad9-260d-48b9-ae49-41519fd3a61b" providerId="ADAL" clId="{23F062E9-8A7E-4154-82CB-2E761C864A24}" dt="2026-05-07T18:48:46.669" v="458" actId="26606"/>
          <ac:spMkLst>
            <pc:docMk/>
            <pc:sldMk cId="1856818507" sldId="272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8:46.669" v="458" actId="26606"/>
          <ac:spMkLst>
            <pc:docMk/>
            <pc:sldMk cId="1856818507" sldId="272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8:46.669" v="458" actId="26606"/>
          <ac:spMkLst>
            <pc:docMk/>
            <pc:sldMk cId="1856818507" sldId="272"/>
            <ac:spMk id="12" creationId="{7F488E8B-4E1E-4402-8935-D4E6C02615C7}"/>
          </ac:spMkLst>
        </pc:spChg>
      </pc:sldChg>
      <pc:sldChg chg="addSp modSp add mod setBg">
        <pc:chgData name="Ed Elowson" userId="e02f2ad9-260d-48b9-ae49-41519fd3a61b" providerId="ADAL" clId="{23F062E9-8A7E-4154-82CB-2E761C864A24}" dt="2026-05-07T18:49:23.724" v="471" actId="27636"/>
        <pc:sldMkLst>
          <pc:docMk/>
          <pc:sldMk cId="2008988351" sldId="273"/>
        </pc:sldMkLst>
        <pc:spChg chg="mod">
          <ac:chgData name="Ed Elowson" userId="e02f2ad9-260d-48b9-ae49-41519fd3a61b" providerId="ADAL" clId="{23F062E9-8A7E-4154-82CB-2E761C864A24}" dt="2026-05-07T18:49:16.559" v="467" actId="27636"/>
          <ac:spMkLst>
            <pc:docMk/>
            <pc:sldMk cId="2008988351" sldId="273"/>
            <ac:spMk id="2" creationId="{8DE1D835-2990-BBD1-E9F2-F3A6D18A9F36}"/>
          </ac:spMkLst>
        </pc:spChg>
        <pc:spChg chg="mod">
          <ac:chgData name="Ed Elowson" userId="e02f2ad9-260d-48b9-ae49-41519fd3a61b" providerId="ADAL" clId="{23F062E9-8A7E-4154-82CB-2E761C864A24}" dt="2026-05-07T18:49:23.724" v="471" actId="27636"/>
          <ac:spMkLst>
            <pc:docMk/>
            <pc:sldMk cId="2008988351" sldId="273"/>
            <ac:spMk id="3" creationId="{2637EC23-3DA3-4480-EB42-6BEB11A569AF}"/>
          </ac:spMkLst>
        </pc:spChg>
        <pc:spChg chg="add">
          <ac:chgData name="Ed Elowson" userId="e02f2ad9-260d-48b9-ae49-41519fd3a61b" providerId="ADAL" clId="{23F062E9-8A7E-4154-82CB-2E761C864A24}" dt="2026-05-07T18:49:11.606" v="464" actId="26606"/>
          <ac:spMkLst>
            <pc:docMk/>
            <pc:sldMk cId="2008988351" sldId="273"/>
            <ac:spMk id="8" creationId="{081EA652-8C6A-4E69-BEB9-170809474553}"/>
          </ac:spMkLst>
        </pc:spChg>
        <pc:spChg chg="add">
          <ac:chgData name="Ed Elowson" userId="e02f2ad9-260d-48b9-ae49-41519fd3a61b" providerId="ADAL" clId="{23F062E9-8A7E-4154-82CB-2E761C864A24}" dt="2026-05-07T18:49:11.606" v="464" actId="26606"/>
          <ac:spMkLst>
            <pc:docMk/>
            <pc:sldMk cId="2008988351" sldId="273"/>
            <ac:spMk id="10" creationId="{5298780A-33B9-4EA2-8F67-DE68AD62841B}"/>
          </ac:spMkLst>
        </pc:spChg>
        <pc:spChg chg="add">
          <ac:chgData name="Ed Elowson" userId="e02f2ad9-260d-48b9-ae49-41519fd3a61b" providerId="ADAL" clId="{23F062E9-8A7E-4154-82CB-2E761C864A24}" dt="2026-05-07T18:49:11.606" v="464" actId="26606"/>
          <ac:spMkLst>
            <pc:docMk/>
            <pc:sldMk cId="2008988351" sldId="273"/>
            <ac:spMk id="12" creationId="{7F488E8B-4E1E-4402-8935-D4E6C02615C7}"/>
          </ac:spMkLst>
        </pc:spChg>
      </pc:sldChg>
      <pc:sldChg chg="addSp delSp modSp new mod">
        <pc:chgData name="Ed Elowson" userId="e02f2ad9-260d-48b9-ae49-41519fd3a61b" providerId="ADAL" clId="{23F062E9-8A7E-4154-82CB-2E761C864A24}" dt="2026-05-07T18:53:42.226" v="488" actId="14100"/>
        <pc:sldMkLst>
          <pc:docMk/>
          <pc:sldMk cId="3842099984" sldId="274"/>
        </pc:sldMkLst>
        <pc:spChg chg="add del">
          <ac:chgData name="Ed Elowson" userId="e02f2ad9-260d-48b9-ae49-41519fd3a61b" providerId="ADAL" clId="{23F062E9-8A7E-4154-82CB-2E761C864A24}" dt="2026-05-07T18:52:53.598" v="483" actId="478"/>
          <ac:spMkLst>
            <pc:docMk/>
            <pc:sldMk cId="3842099984" sldId="274"/>
            <ac:spMk id="2" creationId="{D6B26CD8-2C1C-BE30-8A1D-4A97FB8ADBA9}"/>
          </ac:spMkLst>
        </pc:spChg>
        <pc:spChg chg="add del">
          <ac:chgData name="Ed Elowson" userId="e02f2ad9-260d-48b9-ae49-41519fd3a61b" providerId="ADAL" clId="{23F062E9-8A7E-4154-82CB-2E761C864A24}" dt="2026-05-07T18:53:02.703" v="485" actId="478"/>
          <ac:spMkLst>
            <pc:docMk/>
            <pc:sldMk cId="3842099984" sldId="274"/>
            <ac:spMk id="3" creationId="{7D5D3F55-05BA-B53E-3C2F-0BEE982335E0}"/>
          </ac:spMkLst>
        </pc:spChg>
        <pc:picChg chg="add mod">
          <ac:chgData name="Ed Elowson" userId="e02f2ad9-260d-48b9-ae49-41519fd3a61b" providerId="ADAL" clId="{23F062E9-8A7E-4154-82CB-2E761C864A24}" dt="2026-05-07T18:53:42.226" v="488" actId="14100"/>
          <ac:picMkLst>
            <pc:docMk/>
            <pc:sldMk cId="3842099984" sldId="274"/>
            <ac:picMk id="5" creationId="{CDE0BB71-A023-6EE8-B58D-D5EA69F1CF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2E47-AC1D-2E6D-9800-ACB355FBA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CB5F6-DEDA-5B7B-6FA3-43F3D4C00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3BEA-C17D-90CF-A0B0-82D8D361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2039D-4DE7-507D-C5F6-BF0DBC80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4DD83-9EA9-3F49-490B-A6592955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6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A96B-F0B9-EA30-80FA-91C599A1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555B-B499-9979-170F-667812C0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2D0F1-DAB4-870F-5B9D-672D0379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38677-4C44-4FBC-FB56-19291CED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52E21-A86F-D4DE-08DA-5E038D42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5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29DF-B265-954B-9DE5-198EBBA0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5B85F-23D7-5726-E0E9-EEA6ED00D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66881-4184-1DD3-BD6E-0FE60899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14372-AB09-C171-C3DD-26AED428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BB451-8DB7-EBEF-4461-C764EE57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4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4371-7BFF-B260-8AB3-28A0C4AE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F3188-E6B1-C0DE-4E84-E746B27C0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F2F05-EF31-E6D2-42B9-D9E667AC8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EBAF1-DE5E-0929-DC5C-C53F7E9F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F9178-8569-153E-2732-1C9AA824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D8A8F-46FD-342D-FB0F-3C76FFC3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6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1040-044E-413A-3EB9-07B6FA55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24399-C49B-6FE6-8D61-976252437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767D2-C0F7-ECFC-FA1A-7AA178DD8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CC283-D504-996C-E0A9-FD667D243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26DF8-8986-E362-6EC7-343A50E89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F15D1-FA97-FC56-7E14-FED29870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F7B95-9B7D-0D4C-6F93-9163A5A8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71A48-45E4-F928-7E1C-C42B0219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3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3A3E-B1DC-F5A2-5AD4-EBE71133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D925E-9CC5-2578-5078-E5325F87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51DE3-6821-574A-E5C7-AC1C38AF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859A7-EA31-0D21-9A8C-3ECAA3A9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1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736FD-9EE0-3298-4AD1-FEFB886C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181B2-4939-F8EF-CD37-4D9A1BF1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0A2A6-A23F-EABB-D4A6-3BFDB7B5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3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0F06-A0C7-58EE-B51B-D3743272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D030-ABBE-6BF5-0064-B55D699A8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E3A7-2330-2D27-02B0-2EDBBB496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DFF37-33D8-D7ED-13DB-0B387B0D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1F7D-3F46-5CFE-BFD2-5DEC2BE9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C52EE-A942-7F59-7436-6BBF1DE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9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716A-F317-0060-B9E1-3D0A9858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91D72-D3BB-9DC2-8F76-4E47B1C21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093B0-4420-CC15-3407-D65A3C8FA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DEC6-AF3D-BA7C-71F8-DEDAE729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7CBAA-8B42-04BB-388B-A7450281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09EF0-621A-393F-1145-2B00738F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CAE2-D5A6-7ECB-D235-4FB8C755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A34B8-7FFD-0142-13E3-C84685980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68C91-C6F8-55EF-3CB2-084851E0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CA727-ED8B-27BF-DC39-9FF2CE6C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47A4-9039-A2CA-A2E2-D7923654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8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E3068-7B60-A63C-FEDD-2FAFFB6CA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A9D87-FE43-EA43-9867-FFC130E32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B6A78-AF93-1611-E1BE-19F37220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52F2-7841-3C22-1DAD-5C852805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02CF-E679-7EA6-3030-83E6E7BC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8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6235D-22AE-4FB1-BC1A-0D495909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EF5BE-EACE-7A6F-293C-4E5650EB5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0B979-5297-AC58-3C11-18A06418A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550BC-29FA-4663-B573-5BF2487FAC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B9CC-712D-023F-B522-69BEC783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CE936-97FE-6BA1-25B1-FD2C93B13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CA01-0040-4BD1-818B-AD199AC28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7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8B9EA-13D3-0DCD-48BE-52988411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7200"/>
              <a:t>Vibe Coding: The New No- Code Practice for Business Builders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D3E88-6733-8234-E757-A1E934228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Week 10 Ed Elowson</a:t>
            </a:r>
          </a:p>
        </p:txBody>
      </p:sp>
    </p:spTree>
    <p:extLst>
      <p:ext uri="{BB962C8B-B14F-4D97-AF65-F5344CB8AC3E}">
        <p14:creationId xmlns:p14="http://schemas.microsoft.com/office/powerpoint/2010/main" val="309566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5D4F6-9BDA-6CFB-6F66-55C0CDB2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/>
              <a:t>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76336-3DA5-1253-926A-91936EBCE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120" y="1523262"/>
            <a:ext cx="5437804" cy="44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5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BD185-0147-71BE-AA22-2F9C6518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Link To The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100E0-0E6C-7D21-BB44-01875AABE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https://www.forbes.com/councils/forbesagencycouncil/2026/04/23/vibe-coding-the-new-no-code-practice-for-business-builders/</a:t>
            </a:r>
          </a:p>
        </p:txBody>
      </p:sp>
    </p:spTree>
    <p:extLst>
      <p:ext uri="{BB962C8B-B14F-4D97-AF65-F5344CB8AC3E}">
        <p14:creationId xmlns:p14="http://schemas.microsoft.com/office/powerpoint/2010/main" val="388514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22664-B4A1-E018-0CBC-31FCCE2A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Main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A56AA-81CA-CA48-CCA0-39357BCD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800" b="1"/>
              <a:t>1. Main Findings and Arguments</a:t>
            </a:r>
            <a:endParaRPr lang="en-US" sz="800"/>
          </a:p>
          <a:p>
            <a:r>
              <a:rPr lang="en-US" sz="800" b="1"/>
              <a:t>AI is shifting software development from coding to orchestration</a:t>
            </a:r>
            <a:endParaRPr lang="en-US" sz="800"/>
          </a:p>
          <a:p>
            <a:r>
              <a:rPr lang="en-US" sz="800"/>
              <a:t>The article argues that “vibe coding” is not simply amateur experimentation anymore—it is becoming a legitimate enterprise software development model. Instead of manually writing every line of code, developers increasingly guide AI systems through prompts, review outputs, and refine results.</a:t>
            </a:r>
          </a:p>
          <a:p>
            <a:r>
              <a:rPr lang="en-US" sz="800"/>
              <a:t>The core argument is that:</a:t>
            </a:r>
          </a:p>
          <a:p>
            <a:pPr lvl="0"/>
            <a:r>
              <a:rPr lang="en-US" sz="800"/>
              <a:t>AI is becoming a software co-creator rather than just a coding assistant. </a:t>
            </a:r>
          </a:p>
          <a:p>
            <a:pPr lvl="0"/>
            <a:r>
              <a:rPr lang="en-US" sz="800"/>
              <a:t>Engineers are transitioning from “builders of code” to “supervisors of systems.” </a:t>
            </a:r>
          </a:p>
          <a:p>
            <a:pPr lvl="0"/>
            <a:r>
              <a:rPr lang="en-US" sz="800"/>
              <a:t>Speed of development is increasing dramatically. </a:t>
            </a:r>
          </a:p>
          <a:p>
            <a:r>
              <a:rPr lang="en-US" sz="800"/>
              <a:t>Examples from the article include:</a:t>
            </a:r>
          </a:p>
          <a:p>
            <a:pPr lvl="0"/>
            <a:r>
              <a:rPr lang="en-US" sz="800"/>
              <a:t>Vanguard reducing webpage prototyping from </a:t>
            </a:r>
            <a:r>
              <a:rPr lang="en-US" sz="800" b="1"/>
              <a:t>two weeks to 20 minutes</a:t>
            </a:r>
            <a:r>
              <a:rPr lang="en-US" sz="800"/>
              <a:t>. </a:t>
            </a:r>
          </a:p>
          <a:p>
            <a:pPr lvl="0"/>
            <a:r>
              <a:rPr lang="en-US" sz="800"/>
              <a:t>AI already generating </a:t>
            </a:r>
            <a:r>
              <a:rPr lang="en-US" sz="800" b="1"/>
              <a:t>20%+ of code</a:t>
            </a:r>
            <a:r>
              <a:rPr lang="en-US" sz="800"/>
              <a:t> at companies like Google and Microsoft. </a:t>
            </a:r>
          </a:p>
          <a:p>
            <a:pPr lvl="0"/>
            <a:r>
              <a:rPr lang="en-US" sz="800"/>
              <a:t>Gartner predicting </a:t>
            </a:r>
            <a:r>
              <a:rPr lang="en-US" sz="800" b="1"/>
              <a:t>40% of new enterprise software</a:t>
            </a:r>
            <a:r>
              <a:rPr lang="en-US" sz="800"/>
              <a:t> will involve AI-generated code within three years. </a:t>
            </a:r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665539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D1E4-7A70-770D-644C-BA234921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B512B-B79A-C6D0-E273-7DDF05A06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1638" cy="435133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The role of engineers is changing—not disappearing</a:t>
            </a:r>
            <a:endParaRPr lang="en-US" dirty="0"/>
          </a:p>
          <a:p>
            <a:r>
              <a:rPr lang="en-US" dirty="0"/>
              <a:t>A major theme is that software engineers are still essential, but their responsibilities are evolving.</a:t>
            </a:r>
          </a:p>
          <a:p>
            <a:r>
              <a:rPr lang="en-US" dirty="0"/>
              <a:t>The article repeatedly emphasizes:</a:t>
            </a:r>
          </a:p>
          <a:p>
            <a:pPr lvl="0"/>
            <a:r>
              <a:rPr lang="en-US" dirty="0"/>
              <a:t>Engineers must define constraints and guardrails. </a:t>
            </a:r>
          </a:p>
          <a:p>
            <a:pPr lvl="0"/>
            <a:r>
              <a:rPr lang="en-US" dirty="0"/>
              <a:t>Humans remain responsible for validation, QA, security, and system integration. </a:t>
            </a:r>
          </a:p>
          <a:p>
            <a:pPr lvl="0"/>
            <a:r>
              <a:rPr lang="en-US" dirty="0"/>
              <a:t>AI-generated code still requires professional oversight. </a:t>
            </a:r>
          </a:p>
          <a:p>
            <a:r>
              <a:rPr lang="en-US" dirty="0"/>
              <a:t>The future engineer described in the article is less focused on syntax and more focused on:</a:t>
            </a:r>
          </a:p>
          <a:p>
            <a:pPr lvl="0"/>
            <a:r>
              <a:rPr lang="en-US" dirty="0"/>
              <a:t>business logic, </a:t>
            </a:r>
          </a:p>
          <a:p>
            <a:pPr lvl="0"/>
            <a:r>
              <a:rPr lang="en-US" dirty="0"/>
              <a:t>systems thinking, </a:t>
            </a:r>
          </a:p>
          <a:p>
            <a:pPr lvl="0"/>
            <a:r>
              <a:rPr lang="en-US" dirty="0"/>
              <a:t>validation, </a:t>
            </a:r>
          </a:p>
          <a:p>
            <a:pPr lvl="0"/>
            <a:r>
              <a:rPr lang="en-US" dirty="0"/>
              <a:t>governance, </a:t>
            </a:r>
          </a:p>
          <a:p>
            <a:pPr lvl="0"/>
            <a:r>
              <a:rPr lang="en-US" dirty="0"/>
              <a:t>and problem-solving.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EAD07-6675-E7A4-1871-1E987407E38D}"/>
              </a:ext>
            </a:extLst>
          </p:cNvPr>
          <p:cNvSpPr txBox="1"/>
          <p:nvPr/>
        </p:nvSpPr>
        <p:spPr>
          <a:xfrm>
            <a:off x="6219568" y="1499286"/>
            <a:ext cx="57417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Governance and security are becoming critical concerns</a:t>
            </a:r>
            <a:endParaRPr lang="en-US" dirty="0"/>
          </a:p>
          <a:p>
            <a:r>
              <a:rPr lang="en-US" dirty="0"/>
              <a:t>Another key argument is that AI-generated software creates organizational risk if unmanaged.</a:t>
            </a:r>
          </a:p>
          <a:p>
            <a:r>
              <a:rPr lang="en-US" dirty="0"/>
              <a:t>Executives fear:</a:t>
            </a:r>
          </a:p>
          <a:p>
            <a:pPr lvl="0"/>
            <a:r>
              <a:rPr lang="en-US" dirty="0"/>
              <a:t>“shadow IT,” </a:t>
            </a:r>
          </a:p>
          <a:p>
            <a:pPr lvl="0"/>
            <a:r>
              <a:rPr lang="en-US" dirty="0"/>
              <a:t>insecure applications, </a:t>
            </a:r>
          </a:p>
          <a:p>
            <a:pPr lvl="0"/>
            <a:r>
              <a:rPr lang="en-US" dirty="0"/>
              <a:t>privacy violations, </a:t>
            </a:r>
          </a:p>
          <a:p>
            <a:pPr lvl="0"/>
            <a:r>
              <a:rPr lang="en-US" dirty="0"/>
              <a:t>undocumented workflows, </a:t>
            </a:r>
          </a:p>
          <a:p>
            <a:pPr lvl="0"/>
            <a:r>
              <a:rPr lang="en-US" dirty="0"/>
              <a:t>and uncontrolled software creation by nontechnical employees. </a:t>
            </a:r>
          </a:p>
          <a:p>
            <a:r>
              <a:rPr lang="en-US" dirty="0"/>
              <a:t>The article frames governance as one of the defining enterprise challenges of vibe coding adoption.</a:t>
            </a:r>
          </a:p>
        </p:txBody>
      </p:sp>
    </p:spTree>
    <p:extLst>
      <p:ext uri="{BB962C8B-B14F-4D97-AF65-F5344CB8AC3E}">
        <p14:creationId xmlns:p14="http://schemas.microsoft.com/office/powerpoint/2010/main" val="267680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81D95-7240-5D47-0193-DD22A733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Broader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B4E4A-6902-709C-58DD-64611AF4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500" b="1"/>
              <a:t>Software Creation Is Becoming Democratized</a:t>
            </a:r>
          </a:p>
          <a:p>
            <a:r>
              <a:rPr lang="en-US" sz="1500"/>
              <a:t>Software development is no longer limited to trained programmers. </a:t>
            </a:r>
          </a:p>
          <a:p>
            <a:r>
              <a:rPr lang="en-US" sz="1500"/>
              <a:t>Employees in marketing, HR, operations, finance, design, and logistics may soon create functional applications using natural language prompts. </a:t>
            </a:r>
          </a:p>
          <a:p>
            <a:r>
              <a:rPr lang="en-US" sz="1500"/>
              <a:t>Potential outcomes: </a:t>
            </a:r>
          </a:p>
          <a:p>
            <a:pPr lvl="1"/>
            <a:r>
              <a:rPr lang="en-US" sz="1500"/>
              <a:t>Faster innovation cycles </a:t>
            </a:r>
          </a:p>
          <a:p>
            <a:pPr lvl="1"/>
            <a:r>
              <a:rPr lang="en-US" sz="1500"/>
              <a:t>Lower barriers to entrepreneurship </a:t>
            </a:r>
          </a:p>
          <a:p>
            <a:pPr lvl="1"/>
            <a:r>
              <a:rPr lang="en-US" sz="1500"/>
              <a:t>Reduced dependence on traditional software teams </a:t>
            </a:r>
          </a:p>
          <a:p>
            <a:pPr lvl="1"/>
            <a:r>
              <a:rPr lang="en-US" sz="1500"/>
              <a:t>Domain experts building solutions directly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16063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E6884-1F14-0689-29C3-930DF722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Broader Implications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25D72-D503-5794-FD1A-4B99DF349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200" b="1"/>
              <a:t>Comparable Historical Shifts</a:t>
            </a:r>
          </a:p>
          <a:p>
            <a:r>
              <a:rPr lang="en-US" sz="2200"/>
              <a:t>Spreadsheets democratized finance </a:t>
            </a:r>
          </a:p>
          <a:p>
            <a:r>
              <a:rPr lang="en-US" sz="2200"/>
              <a:t>Websites democratized publishing </a:t>
            </a:r>
          </a:p>
          <a:p>
            <a:r>
              <a:rPr lang="en-US" sz="2200"/>
              <a:t>Smartphones democratized media creation </a:t>
            </a:r>
          </a:p>
          <a:p>
            <a:r>
              <a:rPr lang="en-US" sz="2200"/>
              <a:t>Vibe coding may democratize software creation itself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22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3F4F8-1F92-8D11-D6D4-73982387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Broader Implications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22F5-0196-7942-5FE8-3D06206C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1300" b="1"/>
              <a:t>Knowledge Work May Become More AI-Mediated</a:t>
            </a:r>
          </a:p>
          <a:p>
            <a:r>
              <a:rPr lang="en-US" sz="1300"/>
              <a:t>Future work may increasingly involve:</a:t>
            </a:r>
          </a:p>
          <a:p>
            <a:r>
              <a:rPr lang="en-US" sz="1300"/>
              <a:t>Directing AI systems </a:t>
            </a:r>
          </a:p>
          <a:p>
            <a:r>
              <a:rPr lang="en-US" sz="1300"/>
              <a:t>Validating outputs </a:t>
            </a:r>
          </a:p>
          <a:p>
            <a:r>
              <a:rPr lang="en-US" sz="1300"/>
              <a:t>Integrating tools and workflows </a:t>
            </a:r>
          </a:p>
          <a:p>
            <a:r>
              <a:rPr lang="en-US" sz="1300"/>
              <a:t>Coordinating across technical and nontechnical teams </a:t>
            </a:r>
          </a:p>
          <a:p>
            <a:r>
              <a:rPr lang="en-US" sz="1300" b="1"/>
              <a:t>Workforce Transformation</a:t>
            </a:r>
          </a:p>
          <a:p>
            <a:r>
              <a:rPr lang="en-US" sz="1300"/>
              <a:t>Fewer repetitive technical tasks </a:t>
            </a:r>
          </a:p>
          <a:p>
            <a:r>
              <a:rPr lang="en-US" sz="1300"/>
              <a:t>Greater emphasis on judgment and systems thinking </a:t>
            </a:r>
          </a:p>
          <a:p>
            <a:r>
              <a:rPr lang="en-US" sz="1300"/>
              <a:t>More interdisciplinary collaboration </a:t>
            </a:r>
          </a:p>
          <a:p>
            <a:r>
              <a:rPr lang="en-US" sz="1300"/>
              <a:t>Blurring distinction between “technical” and “nontechnical” roles</a:t>
            </a:r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01711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460D2-CE9C-1EAC-BD49-25A4C0CF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Broader Implications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F758-8212-30F8-8EAD-59A081378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1000" b="1"/>
              <a:t>Economic and Governance Implications</a:t>
            </a:r>
          </a:p>
          <a:p>
            <a:r>
              <a:rPr lang="en-US" sz="1000" b="1"/>
              <a:t>Productivity Gains Could Reshape the Workforce</a:t>
            </a:r>
          </a:p>
          <a:p>
            <a:r>
              <a:rPr lang="en-US" sz="1000"/>
              <a:t>AI-assisted development may dramatically increase efficiency:</a:t>
            </a:r>
          </a:p>
          <a:p>
            <a:r>
              <a:rPr lang="en-US" sz="1000"/>
              <a:t>Prototyping reduced from weeks to minutes </a:t>
            </a:r>
          </a:p>
          <a:p>
            <a:r>
              <a:rPr lang="en-US" sz="1000"/>
              <a:t>AI generating large portions of software code </a:t>
            </a:r>
          </a:p>
          <a:p>
            <a:r>
              <a:rPr lang="en-US" sz="1000"/>
              <a:t>Fewer workflow handoffs between teams </a:t>
            </a:r>
          </a:p>
          <a:p>
            <a:r>
              <a:rPr lang="en-US" sz="1000" b="1"/>
              <a:t>Potential Organizational Effects</a:t>
            </a:r>
          </a:p>
          <a:p>
            <a:r>
              <a:rPr lang="en-US" sz="1000"/>
              <a:t>Smaller or flatter technical teams </a:t>
            </a:r>
          </a:p>
          <a:p>
            <a:r>
              <a:rPr lang="en-US" sz="1000"/>
              <a:t>Reduced demand for junior execution-focused roles </a:t>
            </a:r>
          </a:p>
          <a:p>
            <a:r>
              <a:rPr lang="en-US" sz="1000"/>
              <a:t>Greater demand for adaptable, strategic workers </a:t>
            </a:r>
          </a:p>
          <a:p>
            <a:r>
              <a:rPr lang="en-US" sz="1000" b="1"/>
              <a:t>Resulting Tension</a:t>
            </a:r>
          </a:p>
          <a:p>
            <a:r>
              <a:rPr lang="en-US" sz="1000"/>
              <a:t>Significant economic opportunity </a:t>
            </a:r>
          </a:p>
          <a:p>
            <a:r>
              <a:rPr lang="en-US" sz="1000"/>
              <a:t>Increased workforce disruption risk</a:t>
            </a:r>
          </a:p>
          <a:p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7074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1835B-4A36-9223-6845-81610120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Broader Implications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E1C0-7D4F-8C72-6D7E-8ABA3DABF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1500" b="1"/>
              <a:t>Governance and Trust Become Critical Challenges</a:t>
            </a:r>
          </a:p>
          <a:p>
            <a:r>
              <a:rPr lang="en-US" sz="1500"/>
              <a:t>AI-generated systems may scale faster than organizations can govern them.</a:t>
            </a:r>
          </a:p>
          <a:p>
            <a:r>
              <a:rPr lang="en-US" sz="1500" b="1"/>
              <a:t>Emerging Risks</a:t>
            </a:r>
          </a:p>
          <a:p>
            <a:r>
              <a:rPr lang="en-US" sz="1500"/>
              <a:t>Cybersecurity vulnerabilities </a:t>
            </a:r>
          </a:p>
          <a:p>
            <a:r>
              <a:rPr lang="en-US" sz="1500"/>
              <a:t>Privacy concerns </a:t>
            </a:r>
          </a:p>
          <a:p>
            <a:r>
              <a:rPr lang="en-US" sz="1500"/>
              <a:t>Reliability and quality assurance issues </a:t>
            </a:r>
          </a:p>
          <a:p>
            <a:r>
              <a:rPr lang="en-US" sz="1500"/>
              <a:t>Accountability gaps </a:t>
            </a:r>
          </a:p>
          <a:p>
            <a:r>
              <a:rPr lang="en-US" sz="1500"/>
              <a:t>Regulatory and compliance challenges </a:t>
            </a:r>
          </a:p>
          <a:p>
            <a:r>
              <a:rPr lang="en-US" sz="1500" b="1"/>
              <a:t>Long-Term Societal Concern</a:t>
            </a:r>
          </a:p>
          <a:p>
            <a:r>
              <a:rPr lang="en-US" sz="1500"/>
              <a:t>Organizations and society may increasingly depend on AI-generated systems whose underlying logic is difficult for humans to fully understand.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858502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75295-594C-D388-E93F-0049D5B2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8F83F-735D-86E5-1B9D-196A3E8E9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450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28E8-B5E5-3603-E798-693E52311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700"/>
              <a:t>This article is extremely relevant to construction, even though construction is not directly discussed.</a:t>
            </a:r>
          </a:p>
          <a:p>
            <a:r>
              <a:rPr lang="en-US" sz="1700"/>
              <a:t>Construction is one of the industries most likely to benefit from vibe coding because it suffers from:</a:t>
            </a:r>
          </a:p>
          <a:p>
            <a:pPr lvl="0"/>
            <a:r>
              <a:rPr lang="en-US" sz="1700"/>
              <a:t>fragmented workflows, </a:t>
            </a:r>
          </a:p>
          <a:p>
            <a:pPr lvl="0"/>
            <a:r>
              <a:rPr lang="en-US" sz="1700"/>
              <a:t>massive documentation burdens, </a:t>
            </a:r>
          </a:p>
          <a:p>
            <a:pPr lvl="0"/>
            <a:r>
              <a:rPr lang="en-US" sz="1700"/>
              <a:t>disconnected software systems, </a:t>
            </a:r>
          </a:p>
          <a:p>
            <a:pPr lvl="0"/>
            <a:r>
              <a:rPr lang="en-US" sz="1700"/>
              <a:t>and chronic shortages of technical talent. 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71557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4DA03-2704-2320-FBC4-9F1AE68D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AC154-57FF-C917-9B98-2F27427E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450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D4EFA-1B22-D054-BD04-9550A677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800" b="1"/>
              <a:t>Construction teams could build their own operational tools</a:t>
            </a:r>
            <a:endParaRPr lang="en-US" sz="800"/>
          </a:p>
          <a:p>
            <a:r>
              <a:rPr lang="en-US" sz="800"/>
              <a:t>Project managers, superintendents, estimators, and facilities teams may soon create:</a:t>
            </a:r>
          </a:p>
          <a:p>
            <a:pPr lvl="0"/>
            <a:r>
              <a:rPr lang="en-US" sz="800"/>
              <a:t>RFI trackers, </a:t>
            </a:r>
          </a:p>
          <a:p>
            <a:pPr lvl="0"/>
            <a:r>
              <a:rPr lang="en-US" sz="800"/>
              <a:t>punch list systems, </a:t>
            </a:r>
          </a:p>
          <a:p>
            <a:pPr lvl="0"/>
            <a:r>
              <a:rPr lang="en-US" sz="800"/>
              <a:t>submittal dashboards, </a:t>
            </a:r>
          </a:p>
          <a:p>
            <a:pPr lvl="0"/>
            <a:r>
              <a:rPr lang="en-US" sz="800"/>
              <a:t>safety reporting apps, </a:t>
            </a:r>
          </a:p>
          <a:p>
            <a:pPr lvl="0"/>
            <a:r>
              <a:rPr lang="en-US" sz="800"/>
              <a:t>labor tracking tools, </a:t>
            </a:r>
          </a:p>
          <a:p>
            <a:pPr lvl="0"/>
            <a:r>
              <a:rPr lang="en-US" sz="800"/>
              <a:t>QA/QC workflows, </a:t>
            </a:r>
          </a:p>
          <a:p>
            <a:pPr lvl="0"/>
            <a:r>
              <a:rPr lang="en-US" sz="800"/>
              <a:t>equipment maintenance systems, </a:t>
            </a:r>
          </a:p>
          <a:p>
            <a:pPr lvl="0"/>
            <a:r>
              <a:rPr lang="en-US" sz="800"/>
              <a:t>and BIM data viewers </a:t>
            </a:r>
          </a:p>
          <a:p>
            <a:r>
              <a:rPr lang="en-US" sz="800"/>
              <a:t>without waiting months for IT or external software vendors.</a:t>
            </a:r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85681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2CE53-FCE9-617F-6C7C-D6F8C969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AD305-B9D2-2740-6423-F57DBB11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450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E709-D8D6-E5C9-34F4-A3667A709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700"/>
              <a:t>This is potentially transformative because construction software development has historically been:</a:t>
            </a:r>
          </a:p>
          <a:p>
            <a:pPr lvl="0"/>
            <a:r>
              <a:rPr lang="en-US" sz="1700"/>
              <a:t>slow, </a:t>
            </a:r>
          </a:p>
          <a:p>
            <a:pPr lvl="0"/>
            <a:r>
              <a:rPr lang="en-US" sz="1700"/>
              <a:t>expensive, </a:t>
            </a:r>
          </a:p>
          <a:p>
            <a:pPr lvl="0"/>
            <a:r>
              <a:rPr lang="en-US" sz="1700"/>
              <a:t>highly customized, </a:t>
            </a:r>
          </a:p>
          <a:p>
            <a:pPr lvl="0"/>
            <a:r>
              <a:rPr lang="en-US" sz="1700"/>
              <a:t>and poorly aligned with field operations. </a:t>
            </a:r>
          </a:p>
          <a:p>
            <a:r>
              <a:rPr lang="en-US" sz="1700"/>
              <a:t>Vibe coding enables domain experts—the people who actually understand the workflows—to directly participate in software creation.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20568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92B85-B509-B980-44AB-B875BC8C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A31CB-2D68-458D-E49B-8B563A6D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829005"/>
          </a:xfrm>
        </p:spPr>
        <p:txBody>
          <a:bodyPr anchor="ctr">
            <a:normAutofit fontScale="90000"/>
          </a:bodyPr>
          <a:lstStyle/>
          <a:p>
            <a:r>
              <a:rPr lang="en-US" sz="4500" dirty="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35D1-0888-8C5E-E54E-7EDEBBC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143761"/>
            <a:ext cx="8074815" cy="3626104"/>
          </a:xfrm>
        </p:spPr>
        <p:txBody>
          <a:bodyPr anchor="t">
            <a:normAutofit/>
          </a:bodyPr>
          <a:lstStyle/>
          <a:p>
            <a:r>
              <a:rPr lang="en-US" sz="1000" b="1" dirty="0"/>
              <a:t>AI may become the “middleware” of construction operations</a:t>
            </a:r>
            <a:endParaRPr lang="en-US" sz="1000" dirty="0"/>
          </a:p>
          <a:p>
            <a:r>
              <a:rPr lang="en-US" sz="1000" dirty="0"/>
              <a:t>Construction firms often operate across dozens of disconnected systems:</a:t>
            </a:r>
          </a:p>
          <a:p>
            <a:pPr lvl="0"/>
            <a:r>
              <a:rPr lang="en-US" sz="1000" dirty="0"/>
              <a:t>Procore, </a:t>
            </a:r>
          </a:p>
          <a:p>
            <a:pPr lvl="0"/>
            <a:r>
              <a:rPr lang="en-US" sz="1000" dirty="0"/>
              <a:t>Autodesk, </a:t>
            </a:r>
          </a:p>
          <a:p>
            <a:pPr lvl="0"/>
            <a:r>
              <a:rPr lang="en-US" sz="1000" dirty="0"/>
              <a:t>Bluebeam, </a:t>
            </a:r>
          </a:p>
          <a:p>
            <a:pPr lvl="0"/>
            <a:r>
              <a:rPr lang="en-US" sz="1000" dirty="0"/>
              <a:t>CMMS systems, </a:t>
            </a:r>
          </a:p>
          <a:p>
            <a:pPr lvl="0"/>
            <a:r>
              <a:rPr lang="en-US" sz="1000" dirty="0"/>
              <a:t>ERP platforms, </a:t>
            </a:r>
          </a:p>
          <a:p>
            <a:pPr lvl="0"/>
            <a:r>
              <a:rPr lang="en-US" sz="1000" dirty="0"/>
              <a:t>spreadsheets, </a:t>
            </a:r>
          </a:p>
          <a:p>
            <a:pPr lvl="0"/>
            <a:r>
              <a:rPr lang="en-US" sz="1000" dirty="0"/>
              <a:t>PDFs, </a:t>
            </a:r>
          </a:p>
          <a:p>
            <a:pPr lvl="0"/>
            <a:r>
              <a:rPr lang="en-US" sz="1000" dirty="0"/>
              <a:t>email chains, </a:t>
            </a:r>
          </a:p>
          <a:p>
            <a:pPr lvl="0"/>
            <a:r>
              <a:rPr lang="en-US" sz="1000" dirty="0"/>
              <a:t>and field documentation apps. 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74666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5341E-F0B5-07B8-1776-7E9439BE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2C233-54B8-4CE3-DB37-D2A44C58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859485"/>
          </a:xfrm>
        </p:spPr>
        <p:txBody>
          <a:bodyPr anchor="ctr">
            <a:normAutofit fontScale="90000"/>
          </a:bodyPr>
          <a:lstStyle/>
          <a:p>
            <a:r>
              <a:rPr lang="en-US" sz="4500" dirty="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9032-71ED-C61D-C730-415F5978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164081"/>
            <a:ext cx="8074815" cy="3605784"/>
          </a:xfrm>
        </p:spPr>
        <p:txBody>
          <a:bodyPr anchor="t">
            <a:normAutofit/>
          </a:bodyPr>
          <a:lstStyle/>
          <a:p>
            <a:r>
              <a:rPr lang="en-US" sz="1000" b="1" dirty="0"/>
              <a:t>The industry may shift from buying software to composing workflows</a:t>
            </a:r>
            <a:endParaRPr lang="en-US" sz="1000" dirty="0"/>
          </a:p>
          <a:p>
            <a:r>
              <a:rPr lang="en-US" sz="1000" dirty="0"/>
              <a:t>Historically, construction firms purchased large monolithic platforms.</a:t>
            </a:r>
          </a:p>
          <a:p>
            <a:r>
              <a:rPr lang="en-US" sz="1000" dirty="0"/>
              <a:t>The article points toward a future where firms instead:</a:t>
            </a:r>
          </a:p>
          <a:p>
            <a:pPr lvl="0"/>
            <a:r>
              <a:rPr lang="en-US" sz="1000" dirty="0"/>
              <a:t>assemble modular workflows, </a:t>
            </a:r>
          </a:p>
          <a:p>
            <a:pPr lvl="0"/>
            <a:r>
              <a:rPr lang="en-US" sz="1000" dirty="0"/>
              <a:t>generate custom interfaces, </a:t>
            </a:r>
          </a:p>
          <a:p>
            <a:pPr lvl="0"/>
            <a:r>
              <a:rPr lang="en-US" sz="1000" dirty="0"/>
              <a:t>automate specific operational bottlenecks, </a:t>
            </a:r>
          </a:p>
          <a:p>
            <a:pPr lvl="0"/>
            <a:r>
              <a:rPr lang="en-US" sz="1000" dirty="0"/>
              <a:t>and continuously adapt systems internally. </a:t>
            </a:r>
          </a:p>
          <a:p>
            <a:r>
              <a:rPr lang="en-US" sz="1000" dirty="0"/>
              <a:t>That aligns closely with how construction actually works:</a:t>
            </a:r>
          </a:p>
          <a:p>
            <a:pPr lvl="0"/>
            <a:r>
              <a:rPr lang="en-US" sz="1000" dirty="0"/>
              <a:t>every project is different, </a:t>
            </a:r>
          </a:p>
          <a:p>
            <a:pPr lvl="0"/>
            <a:r>
              <a:rPr lang="en-US" sz="1000" dirty="0"/>
              <a:t>workflows constantly change, </a:t>
            </a:r>
          </a:p>
          <a:p>
            <a:pPr lvl="0"/>
            <a:r>
              <a:rPr lang="en-US" sz="1000" dirty="0"/>
              <a:t>and rigid software often fails in the field. 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6543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C7F9F-7A0C-4640-EBEC-1AEFB3A7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1D835-2990-BBD1-E9F2-F3A6D18A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224520" cy="798525"/>
          </a:xfrm>
        </p:spPr>
        <p:txBody>
          <a:bodyPr anchor="ctr">
            <a:normAutofit fontScale="90000"/>
          </a:bodyPr>
          <a:lstStyle/>
          <a:p>
            <a:r>
              <a:rPr lang="en-US" sz="4500" dirty="0"/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EC23-3DA3-4480-EB42-6BEB11A56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143761"/>
            <a:ext cx="8074815" cy="3626104"/>
          </a:xfrm>
        </p:spPr>
        <p:txBody>
          <a:bodyPr anchor="t">
            <a:normAutofit lnSpcReduction="10000"/>
          </a:bodyPr>
          <a:lstStyle/>
          <a:p>
            <a:r>
              <a:rPr lang="en-US" sz="1000" b="1" dirty="0"/>
              <a:t>The role of construction technologists may fundamentally change</a:t>
            </a:r>
            <a:endParaRPr lang="en-US" sz="1000" dirty="0"/>
          </a:p>
          <a:p>
            <a:r>
              <a:rPr lang="en-US" sz="1000" dirty="0"/>
              <a:t>The article’s description of software engineers becoming validators rather than pure coders maps directly onto construction technology roles.</a:t>
            </a:r>
          </a:p>
          <a:p>
            <a:r>
              <a:rPr lang="en-US" sz="1000" dirty="0"/>
              <a:t>Future construction technologists may spend less time:</a:t>
            </a:r>
          </a:p>
          <a:p>
            <a:pPr lvl="0"/>
            <a:r>
              <a:rPr lang="en-US" sz="1000" dirty="0"/>
              <a:t>building software manually, </a:t>
            </a:r>
          </a:p>
          <a:p>
            <a:r>
              <a:rPr lang="en-US" sz="1000" dirty="0"/>
              <a:t>and more time:</a:t>
            </a:r>
          </a:p>
          <a:p>
            <a:pPr lvl="0"/>
            <a:r>
              <a:rPr lang="en-US" sz="1000" dirty="0"/>
              <a:t>orchestrating AI systems, </a:t>
            </a:r>
          </a:p>
          <a:p>
            <a:pPr lvl="0"/>
            <a:r>
              <a:rPr lang="en-US" sz="1000" dirty="0"/>
              <a:t>validating workflows, </a:t>
            </a:r>
          </a:p>
          <a:p>
            <a:pPr lvl="0"/>
            <a:r>
              <a:rPr lang="en-US" sz="1000" dirty="0"/>
              <a:t>governing data integrity, </a:t>
            </a:r>
          </a:p>
          <a:p>
            <a:pPr lvl="0"/>
            <a:r>
              <a:rPr lang="en-US" sz="1000" dirty="0"/>
              <a:t>integrating platforms, </a:t>
            </a:r>
          </a:p>
          <a:p>
            <a:pPr lvl="0"/>
            <a:r>
              <a:rPr lang="en-US" sz="1000" dirty="0"/>
              <a:t>and translating field operations into AI-readable processes. </a:t>
            </a:r>
          </a:p>
          <a:p>
            <a:r>
              <a:rPr lang="en-US" sz="1000" dirty="0"/>
              <a:t>This could elevate the importance of hybrid professionals who understand both:</a:t>
            </a:r>
          </a:p>
          <a:p>
            <a:pPr lvl="0"/>
            <a:r>
              <a:rPr lang="en-US" sz="1000" dirty="0"/>
              <a:t>construction operations, </a:t>
            </a:r>
          </a:p>
          <a:p>
            <a:pPr lvl="0"/>
            <a:r>
              <a:rPr lang="en-US" sz="1000" dirty="0"/>
              <a:t>and AI/system architecture. </a:t>
            </a:r>
          </a:p>
          <a:p>
            <a:r>
              <a:rPr lang="en-US" sz="1000" dirty="0"/>
              <a:t>That hybrid skill set may become one of the most valuable roles in the industry over the next decade.</a:t>
            </a:r>
          </a:p>
          <a:p>
            <a:endParaRPr lang="en-US" sz="600" dirty="0"/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008988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0BB71-A023-6EE8-B58D-D5EA69F1C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280" y="0"/>
            <a:ext cx="12120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9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1042</Words>
  <Application>Microsoft Office PowerPoint</Application>
  <PresentationFormat>Widescreen</PresentationFormat>
  <Paragraphs>156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Vibe Coding: The New No- Code Practice for Business Builders </vt:lpstr>
      <vt:lpstr>Screenshot</vt:lpstr>
      <vt:lpstr>Link To The Source </vt:lpstr>
      <vt:lpstr>Main Findings</vt:lpstr>
      <vt:lpstr>Main Findings </vt:lpstr>
      <vt:lpstr>Broader Implications</vt:lpstr>
      <vt:lpstr>Broader Implications</vt:lpstr>
      <vt:lpstr>Broader Implications</vt:lpstr>
      <vt:lpstr>Broader Implications</vt:lpstr>
      <vt:lpstr>Broader Implications</vt:lpstr>
      <vt:lpstr>Relevance and Potential Influence on the Construction Industry </vt:lpstr>
      <vt:lpstr>Relevance and Potential Influence on the Construction Industry </vt:lpstr>
      <vt:lpstr>Relevance and Potential Influence on the Construction Industry </vt:lpstr>
      <vt:lpstr>Relevance and Potential Influence on the Construction Industry </vt:lpstr>
      <vt:lpstr>Relevance and Potential Influence on the Construction Industry </vt:lpstr>
      <vt:lpstr>Relevance and Potential Influence on the Construction Industry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2026-05-07T18:24:33Z</dcterms:created>
  <dcterms:modified xsi:type="dcterms:W3CDTF">2026-05-07T18:53:43Z</dcterms:modified>
</cp:coreProperties>
</file>