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1AB4-C5A8-7845-119C-E554E98D9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EC8D4-11E6-B18B-343B-7F3EADCA2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8035-DE8B-A074-3DA1-80070D5E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3CAA-4F27-3B09-773B-04BBC820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E709-8449-5942-9408-F650B5B2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7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F659-DCCF-4E58-15EA-2BFD5164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5F86-FAB8-3B9A-7FDA-26232B58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33C6-0017-A54E-6847-CD7E85F6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EE6F-3B0F-B5EC-4F62-71880B84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25DD-76A4-6AFE-53F1-72BB8F87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0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FF3E-DC0D-F554-DBA6-52D881E6B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C4D58-7284-64EA-5339-E0007138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75CE-E98D-0247-87C2-234A82E5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47379-4A4B-45EB-EED9-897DDB45C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5AA8F-BEBD-9AFD-719C-0A23D8A1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64BE-FE6E-4E21-1FC1-F2C08BCC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5A76E-385F-44F9-79C0-DBBD36AE4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18679-0EBA-A9E1-0FDC-9578C30AB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38F35-A629-A44F-2C65-18400D376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135EF-D26F-24DC-1C06-7125346E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C2D27-DD83-10F2-849A-3D9FB612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63C9-ABCC-7811-121C-CDB569FA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3D3B-BC9D-615B-F764-327B781B2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37D8A-B201-BCFB-F7E3-A53DF1881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07D6D-5199-B755-3CBB-5CB965BA3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EB438-66C2-244B-5B1B-0F969B9BE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C5549-633B-AC24-4A35-A4F1B5F8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F2B45-DFBF-4761-974B-891668B7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E1D81-A224-1D03-5352-5A86E01A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7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F03B-A5EF-F4E7-ACDF-730B477C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E7D66-7948-19F9-4262-3ED1594A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234D-0434-3630-8848-C4CFACFF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7C32E-1837-25CF-E02B-388D123C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4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E1A55-8127-C397-0E0E-CB747E04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0698D-EA22-3BC5-332B-4849DC47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C2812-CE74-141D-BD2F-594A1438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AE2A-11C0-99DB-669B-AA418D8F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8EDB-C02E-B76D-6BCE-59E089FB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7CF7C-C0E1-93CD-A332-898541304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3875C-9275-B81F-16B7-444130BF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A0D9D-3AB4-4855-57FE-1C7C5491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4E192-7A3A-476A-E55D-E1750FB4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D9D7-1002-2AEE-5ACD-7E88015A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72137-3D7C-F61B-5DFA-D7000FEF9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E40DB-6794-00D0-3B2D-B4B31F326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0BC9-1CAB-3DC1-63A8-35F5BBDB2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3088D-1D70-098B-B71C-01EA8A1E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F07FA-81D8-B641-7778-8D061B1E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7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82E6-FEA1-DDBF-68D0-1A81E869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AFD7D-820C-5BA5-B07B-6E0584E31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F5F0A-AA8F-8452-305B-38A60DA0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04E2E-0372-8D07-2E65-88889CAE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3E23-823B-A1CC-3AF8-3E06015A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4A731-D1E8-0DCD-58B6-DCE6913F5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DAA1C-89FE-9D6D-4767-77233961D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4F497-E606-A104-DBA4-4ADA8449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C3BDB-63B0-077C-4030-95C94DBF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90A0F-43BD-D61C-F7EC-1272A937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3B4E6-ED36-4AF9-D947-C3505A43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492B2-269E-8F01-AAE1-CE060FF43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B93C1-F979-EBB8-4D00-959819EAB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16024-90DD-4608-A042-EC061EA8A4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27833-6260-A8F0-6D98-2C5762DC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B0B95-C1E4-7DE6-06F2-60332FB8B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22F0C-5CCF-4136-9838-C96E3B39A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9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0283E-FF1F-A11F-1436-175E0BE64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5600" b="1">
                <a:solidFill>
                  <a:srgbClr val="FFFFFF"/>
                </a:solidFill>
              </a:rPr>
              <a:t>AI Construction Costs Can Be an Accounting ‘Black Box’</a:t>
            </a:r>
            <a:br>
              <a:rPr lang="en-US" sz="5600" b="1">
                <a:solidFill>
                  <a:srgbClr val="FFFFFF"/>
                </a:solidFill>
              </a:rPr>
            </a:b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E4DC1-539C-A2DA-5A1E-7D8381ECF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 fontScale="92500"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Week 5</a:t>
            </a:r>
          </a:p>
          <a:p>
            <a:pPr algn="l"/>
            <a:r>
              <a:rPr lang="en-US" sz="4400" dirty="0">
                <a:solidFill>
                  <a:srgbClr val="FFFFFF"/>
                </a:solidFill>
              </a:rPr>
              <a:t>Ed Elowson</a:t>
            </a:r>
          </a:p>
          <a:p>
            <a:pPr algn="l"/>
            <a:r>
              <a:rPr lang="en-US" sz="4400" dirty="0">
                <a:solidFill>
                  <a:srgbClr val="FFFFFF"/>
                </a:solidFill>
              </a:rPr>
              <a:t>https://www.wsj.com/articles/ai-construction-costs-can-be-an-accounting-black-box-3c197b09?utm_source=chatgpt.com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25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02590F-E7AC-6C25-6D68-9AC7AE36A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188" y="643466"/>
            <a:ext cx="469362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7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0FEAB-BA1F-6CFD-ED99-CE3ABAB24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Main Findings and Arguments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082D6B2-4150-91B5-A6BA-6860A996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1. Main Findings and Arguments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1. Lack of transparency in AI infrastructure spending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Tech companies are investing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hundreds of billions of dollars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in AI infrastructure, including data centers, chips, and networking equipment.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However, financial disclosures often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bundle together the costs of buildings and AI chips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in accounting categories like “construction in progress.”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This creates limited transparency for investors trying to understand where the money is actually going.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2. Major mismatch in asset lifespans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Data-center buildings may last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20–40 years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AI chips (such as GPUs) can become obsolete in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less than three years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When these costs are grouped together, it becomes difficult to assess the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true long-term value and depreciation of AI investments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3. Investors are pushing for better reporting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Analysts and shareholders want companies to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separate spending on physical infrastructure from computing hardware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Without this breakdown, investors struggle to estimate risk and future profitability.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4. Construction spending for AI is exploding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Spending on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data center construction is expected to surpass office-building construction soon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Companies such as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Alphabet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Amazon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Meta Platforms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, and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Microsoft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have tens of billions of dollars tied up in assets still under construction.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5. Accounting rules currently allow limited disclosure</a:t>
            </a:r>
            <a:endParaRPr lang="en-US" sz="8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U.S. accounting standards do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not require companies to break out AI chip costs separately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The standard-setting body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Financial Accounting Standards Board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currently has </a:t>
            </a:r>
            <a:r>
              <a:rPr lang="en-US" sz="800" b="1">
                <a:solidFill>
                  <a:schemeClr val="tx1">
                    <a:alpha val="80000"/>
                  </a:schemeClr>
                </a:solidFill>
              </a:rPr>
              <a:t>no active project requiring such disclosures</a:t>
            </a:r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8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58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A9E39-F887-8AF6-1138-4B8F4E866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Broader Implications for Society</a:t>
            </a:r>
            <a:b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70379C5-B268-703A-A744-EBD23856C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2. Broader Implications for Society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1. Massive global investment in AI infrastructure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The rapid expansion of AI is driving one of the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largest infrastructure build-outs in modern technology history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, centered on data centers and advanced computing hardware.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2. Economic uncertainty around AI returns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Investors are concerned about whether massive AI investments will produce enough economic value to justify their cost.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Rapid technological obsolescence means companies may need to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continuously replace expensive chips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, increasing financial risk.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3. Transparency and governance challenges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Limited disclosure creates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information asymmetry between tech companies and investors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Policymakers and accounting regulators may eventually face pressure to improve reporting standards.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4. Growing dependence on AI infrastructure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As society increasingly relies on AI systems for services, communication, and productivity,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data centers and compute resources become critical infrastructure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similar to power grids or transportation networks.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20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AE0CE-4F2D-D414-F975-5E699CEA4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Relevance or Potential Influence on the Construction Industry</a:t>
            </a:r>
            <a:b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E70D8CD-EC4C-3CC1-5712-AE75DB73F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3. Relevance or Potential Influence on the Construction Industry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1. Data centers are becoming a major construction sector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AI development is driving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massive demand for new data centers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, potentially surpassing traditional commercial construction sectors like office buildings.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2. New types of highly specialized buildings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AI data centers require advanced: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cooling systems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power infrastructure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network connectivity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large physical footprints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This is creating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specialized construction expertise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 and new project opportunities.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3. Construction project risks may increase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Data center projects face potential delays due to: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power supply limitations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local political approval processes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supply-chain constraints.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4. Faster technology cycles affect construction planning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Because computing hardware becomes obsolete quickly, facilities may require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frequent retrofits or upgrades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, influencing building design and lifecycle planning.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5. Construction demand tied to AI growth</a:t>
            </a: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The continued expansion of companies like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Amazon Web Services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Microsoft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, and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Alphabet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 will likely sustain </a:t>
            </a:r>
            <a:r>
              <a:rPr lang="en-US" sz="1000" b="1" dirty="0">
                <a:solidFill>
                  <a:schemeClr val="tx1">
                    <a:alpha val="80000"/>
                  </a:schemeClr>
                </a:solidFill>
              </a:rPr>
              <a:t>long-term demand for large-scale data center construction</a:t>
            </a: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6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F0AD-BBB9-47B2-7FF4-B43D5C278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AF34A-C9CA-E947-96A2-85F1862CA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5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351A-A3EC-1CC6-C819-9C2B290FC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6B124-5049-C450-4AF5-7772C4AD3F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8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624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AI Construction Costs Can Be an Accounting ‘Black Box’ </vt:lpstr>
      <vt:lpstr>PowerPoint Presentation</vt:lpstr>
      <vt:lpstr>Main Findings and Arguments</vt:lpstr>
      <vt:lpstr> Broader Implications for Society </vt:lpstr>
      <vt:lpstr>Relevance or Potential Influence on the Construction Industry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2026-03-11T17:55:27Z</dcterms:created>
  <dcterms:modified xsi:type="dcterms:W3CDTF">2026-03-11T18:00:26Z</dcterms:modified>
</cp:coreProperties>
</file>